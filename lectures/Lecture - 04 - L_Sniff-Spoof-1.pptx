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464" r:id="rId3"/>
    <p:sldId id="465" r:id="rId4"/>
    <p:sldId id="466" r:id="rId5"/>
    <p:sldId id="469" r:id="rId6"/>
    <p:sldId id="470" r:id="rId7"/>
    <p:sldId id="471" r:id="rId8"/>
    <p:sldId id="484" r:id="rId9"/>
    <p:sldId id="482" r:id="rId10"/>
    <p:sldId id="483" r:id="rId11"/>
    <p:sldId id="437" r:id="rId12"/>
    <p:sldId id="450" r:id="rId13"/>
    <p:sldId id="485" r:id="rId14"/>
    <p:sldId id="451" r:id="rId15"/>
    <p:sldId id="452" r:id="rId16"/>
    <p:sldId id="455" r:id="rId17"/>
    <p:sldId id="486" r:id="rId18"/>
    <p:sldId id="487" r:id="rId19"/>
    <p:sldId id="48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RYPTO" initials="C" lastIdx="4" clrIdx="0">
    <p:extLst>
      <p:ext uri="{19B8F6BF-5375-455C-9EA6-DF929625EA0E}">
        <p15:presenceInfo xmlns:p15="http://schemas.microsoft.com/office/powerpoint/2012/main" userId="CRYPT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15" autoAdjust="0"/>
    <p:restoredTop sz="83751" autoAdjust="0"/>
  </p:normalViewPr>
  <p:slideViewPr>
    <p:cSldViewPr>
      <p:cViewPr varScale="1">
        <p:scale>
          <a:sx n="113" d="100"/>
          <a:sy n="113" d="100"/>
        </p:scale>
        <p:origin x="176" y="36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8BA7BE-423F-45DD-9922-73D79C730F7A}" type="datetimeFigureOut">
              <a:rPr lang="en-US" smtClean="0"/>
              <a:t>5/27/26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3B53B7-307D-4EBF-AD19-37FF267B60C8}" type="slidenum">
              <a:rPr lang="en-US" smtClean="0"/>
              <a:t>‹#›</a:t>
            </a:fld>
            <a:endParaRPr lang="en-US"/>
          </a:p>
        </p:txBody>
      </p:sp>
    </p:spTree>
    <p:extLst>
      <p:ext uri="{BB962C8B-B14F-4D97-AF65-F5344CB8AC3E}">
        <p14:creationId xmlns:p14="http://schemas.microsoft.com/office/powerpoint/2010/main" val="1388267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baseline="0" dirty="0"/>
          </a:p>
        </p:txBody>
      </p:sp>
      <p:sp>
        <p:nvSpPr>
          <p:cNvPr id="4" name="Slide Number Placeholder 3"/>
          <p:cNvSpPr>
            <a:spLocks noGrp="1"/>
          </p:cNvSpPr>
          <p:nvPr>
            <p:ph type="sldNum" sz="quarter" idx="10"/>
          </p:nvPr>
        </p:nvSpPr>
        <p:spPr/>
        <p:txBody>
          <a:bodyPr/>
          <a:lstStyle/>
          <a:p>
            <a:fld id="{813B53B7-307D-4EBF-AD19-37FF267B60C8}" type="slidenum">
              <a:rPr lang="en-US" smtClean="0"/>
              <a:t>2</a:t>
            </a:fld>
            <a:endParaRPr lang="en-US"/>
          </a:p>
        </p:txBody>
      </p:sp>
    </p:spTree>
    <p:extLst>
      <p:ext uri="{BB962C8B-B14F-4D97-AF65-F5344CB8AC3E}">
        <p14:creationId xmlns:p14="http://schemas.microsoft.com/office/powerpoint/2010/main" val="3579973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baseline="0" dirty="0"/>
          </a:p>
        </p:txBody>
      </p:sp>
      <p:sp>
        <p:nvSpPr>
          <p:cNvPr id="4" name="Slide Number Placeholder 3"/>
          <p:cNvSpPr>
            <a:spLocks noGrp="1"/>
          </p:cNvSpPr>
          <p:nvPr>
            <p:ph type="sldNum" sz="quarter" idx="10"/>
          </p:nvPr>
        </p:nvSpPr>
        <p:spPr/>
        <p:txBody>
          <a:bodyPr/>
          <a:lstStyle/>
          <a:p>
            <a:fld id="{813B53B7-307D-4EBF-AD19-37FF267B60C8}" type="slidenum">
              <a:rPr lang="en-US" smtClean="0"/>
              <a:t>3</a:t>
            </a:fld>
            <a:endParaRPr lang="en-US"/>
          </a:p>
        </p:txBody>
      </p:sp>
    </p:spTree>
    <p:extLst>
      <p:ext uri="{BB962C8B-B14F-4D97-AF65-F5344CB8AC3E}">
        <p14:creationId xmlns:p14="http://schemas.microsoft.com/office/powerpoint/2010/main" val="1372756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aseline="0" dirty="0"/>
              <a:t>Precisely, sniffer can only sniff the packets that arrive at the sniffing device. It is impossible to sniff a device far from you. </a:t>
            </a:r>
          </a:p>
        </p:txBody>
      </p:sp>
      <p:sp>
        <p:nvSpPr>
          <p:cNvPr id="4" name="Slide Number Placeholder 3"/>
          <p:cNvSpPr>
            <a:spLocks noGrp="1"/>
          </p:cNvSpPr>
          <p:nvPr>
            <p:ph type="sldNum" sz="quarter" idx="10"/>
          </p:nvPr>
        </p:nvSpPr>
        <p:spPr/>
        <p:txBody>
          <a:bodyPr/>
          <a:lstStyle/>
          <a:p>
            <a:fld id="{813B53B7-307D-4EBF-AD19-37FF267B60C8}" type="slidenum">
              <a:rPr lang="en-US" smtClean="0"/>
              <a:t>4</a:t>
            </a:fld>
            <a:endParaRPr lang="en-US"/>
          </a:p>
        </p:txBody>
      </p:sp>
    </p:spTree>
    <p:extLst>
      <p:ext uri="{BB962C8B-B14F-4D97-AF65-F5344CB8AC3E}">
        <p14:creationId xmlns:p14="http://schemas.microsoft.com/office/powerpoint/2010/main" val="2536408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t>The normal  sockets can only receive packets that are intended for it</a:t>
            </a:r>
          </a:p>
          <a:p>
            <a:pPr marL="171450" indent="-171450">
              <a:buFont typeface="Arial" panose="020B0604020202020204" pitchFamily="34" charset="0"/>
              <a:buChar char="•"/>
            </a:pPr>
            <a:r>
              <a:rPr lang="en-US" baseline="0" dirty="0"/>
              <a:t>It goes through TCP/IP stack and finally deliver the message to the application. </a:t>
            </a:r>
          </a:p>
          <a:p>
            <a:pPr marL="171450" indent="-171450">
              <a:buFont typeface="Arial" panose="020B0604020202020204" pitchFamily="34" charset="0"/>
              <a:buChar char="•"/>
            </a:pPr>
            <a:endParaRPr lang="en-US" baseline="0" dirty="0"/>
          </a:p>
        </p:txBody>
      </p:sp>
      <p:sp>
        <p:nvSpPr>
          <p:cNvPr id="4" name="Slide Number Placeholder 3"/>
          <p:cNvSpPr>
            <a:spLocks noGrp="1"/>
          </p:cNvSpPr>
          <p:nvPr>
            <p:ph type="sldNum" sz="quarter" idx="10"/>
          </p:nvPr>
        </p:nvSpPr>
        <p:spPr/>
        <p:txBody>
          <a:bodyPr/>
          <a:lstStyle/>
          <a:p>
            <a:fld id="{813B53B7-307D-4EBF-AD19-37FF267B60C8}" type="slidenum">
              <a:rPr lang="en-US" smtClean="0"/>
              <a:t>5</a:t>
            </a:fld>
            <a:endParaRPr lang="en-US"/>
          </a:p>
        </p:txBody>
      </p:sp>
    </p:spTree>
    <p:extLst>
      <p:ext uri="{BB962C8B-B14F-4D97-AF65-F5344CB8AC3E}">
        <p14:creationId xmlns:p14="http://schemas.microsoft.com/office/powerpoint/2010/main" val="186933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Usually,</a:t>
            </a:r>
            <a:r>
              <a:rPr lang="en-CA" baseline="0" dirty="0"/>
              <a:t> we want to make use of the packet headers in order to modify them and create some attacks.  Then, the normal socket does not help. The raw socket can capture the packet of link layer. It is similar to the normal socket with different parameters.  </a:t>
            </a:r>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6</a:t>
            </a:fld>
            <a:endParaRPr lang="en-US"/>
          </a:p>
        </p:txBody>
      </p:sp>
    </p:spTree>
    <p:extLst>
      <p:ext uri="{BB962C8B-B14F-4D97-AF65-F5344CB8AC3E}">
        <p14:creationId xmlns:p14="http://schemas.microsoft.com/office/powerpoint/2010/main" val="4009436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baseline="0" dirty="0"/>
          </a:p>
        </p:txBody>
      </p:sp>
      <p:sp>
        <p:nvSpPr>
          <p:cNvPr id="4" name="Slide Number Placeholder 3"/>
          <p:cNvSpPr>
            <a:spLocks noGrp="1"/>
          </p:cNvSpPr>
          <p:nvPr>
            <p:ph type="sldNum" sz="quarter" idx="10"/>
          </p:nvPr>
        </p:nvSpPr>
        <p:spPr/>
        <p:txBody>
          <a:bodyPr/>
          <a:lstStyle/>
          <a:p>
            <a:fld id="{813B53B7-307D-4EBF-AD19-37FF267B60C8}" type="slidenum">
              <a:rPr lang="en-US" smtClean="0"/>
              <a:t>7</a:t>
            </a:fld>
            <a:endParaRPr lang="en-US"/>
          </a:p>
        </p:txBody>
      </p:sp>
    </p:spTree>
    <p:extLst>
      <p:ext uri="{BB962C8B-B14F-4D97-AF65-F5344CB8AC3E}">
        <p14:creationId xmlns:p14="http://schemas.microsoft.com/office/powerpoint/2010/main" val="253966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8</a:t>
            </a:fld>
            <a:endParaRPr lang="en-US"/>
          </a:p>
        </p:txBody>
      </p:sp>
    </p:spTree>
    <p:extLst>
      <p:ext uri="{BB962C8B-B14F-4D97-AF65-F5344CB8AC3E}">
        <p14:creationId xmlns:p14="http://schemas.microsoft.com/office/powerpoint/2010/main" val="2940417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a:t>
            </a:r>
            <a:r>
              <a:rPr lang="en-CA" baseline="0" dirty="0"/>
              <a:t> construct packets using python </a:t>
            </a:r>
            <a:r>
              <a:rPr lang="en-CA" baseline="0" dirty="0" err="1"/>
              <a:t>Scapy</a:t>
            </a:r>
            <a:r>
              <a:rPr lang="en-CA" baseline="0" dirty="0"/>
              <a:t> package, we can run the command line script. After </a:t>
            </a:r>
            <a:r>
              <a:rPr lang="en-CA" b="1" baseline="0" dirty="0" err="1"/>
              <a:t>sudo</a:t>
            </a:r>
            <a:r>
              <a:rPr lang="en-CA" b="1" baseline="0" dirty="0"/>
              <a:t> python3</a:t>
            </a:r>
            <a:r>
              <a:rPr lang="en-CA" baseline="0" dirty="0"/>
              <a:t>,  </a:t>
            </a:r>
          </a:p>
          <a:p>
            <a:r>
              <a:rPr lang="en-CA" baseline="0" dirty="0"/>
              <a:t>&gt;&gt;From </a:t>
            </a:r>
            <a:r>
              <a:rPr lang="en-CA" baseline="0" dirty="0" err="1"/>
              <a:t>scapy.all</a:t>
            </a:r>
            <a:r>
              <a:rPr lang="en-CA" baseline="0" dirty="0"/>
              <a:t> import *</a:t>
            </a:r>
          </a:p>
          <a:p>
            <a:r>
              <a:rPr lang="en-CA" baseline="0" dirty="0"/>
              <a:t>&gt;&gt;ls(IP())    # this will see the fields of IP header.  To construct an </a:t>
            </a:r>
            <a:r>
              <a:rPr lang="en-CA" baseline="0" dirty="0" err="1"/>
              <a:t>ip</a:t>
            </a:r>
            <a:r>
              <a:rPr lang="en-CA" baseline="0" dirty="0"/>
              <a:t> header, just assign values to the fields.  If you do not give values to some fields, the system will do this for you. </a:t>
            </a:r>
          </a:p>
          <a:p>
            <a:r>
              <a:rPr lang="en-CA" b="1" baseline="0" dirty="0"/>
              <a:t>Important</a:t>
            </a:r>
            <a:r>
              <a:rPr lang="en-CA" baseline="0" dirty="0"/>
              <a:t>:  If </a:t>
            </a:r>
            <a:r>
              <a:rPr lang="en-CA" b="1" baseline="0" dirty="0" err="1"/>
              <a:t>chksum</a:t>
            </a:r>
            <a:r>
              <a:rPr lang="en-CA" b="1" baseline="0" dirty="0"/>
              <a:t>=None</a:t>
            </a:r>
            <a:r>
              <a:rPr lang="en-CA" baseline="0" dirty="0"/>
              <a:t> in IP header or ICMP, the system will calculate the </a:t>
            </a:r>
            <a:r>
              <a:rPr lang="en-CA" baseline="0" dirty="0" err="1"/>
              <a:t>chksum</a:t>
            </a:r>
            <a:r>
              <a:rPr lang="en-CA" baseline="0" dirty="0"/>
              <a:t> for you when sending the packet out. This is useful if you want to modify some captured packets. In this case, you do not set </a:t>
            </a:r>
            <a:r>
              <a:rPr lang="en-CA" baseline="0" dirty="0" err="1"/>
              <a:t>chksum</a:t>
            </a:r>
            <a:r>
              <a:rPr lang="en-CA" baseline="0" dirty="0"/>
              <a:t>=None, it might have checksum error when sending out (you can verify this using Wireshark).  </a:t>
            </a:r>
          </a:p>
          <a:p>
            <a:r>
              <a:rPr lang="en-CA" baseline="0" dirty="0"/>
              <a:t># ICMP, ARP, UDP packets can be constructed  similarly. </a:t>
            </a:r>
          </a:p>
          <a:p>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9</a:t>
            </a:fld>
            <a:endParaRPr lang="en-US"/>
          </a:p>
        </p:txBody>
      </p:sp>
    </p:spTree>
    <p:extLst>
      <p:ext uri="{BB962C8B-B14F-4D97-AF65-F5344CB8AC3E}">
        <p14:creationId xmlns:p14="http://schemas.microsoft.com/office/powerpoint/2010/main" val="1704736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10</a:t>
            </a:fld>
            <a:endParaRPr lang="en-US"/>
          </a:p>
        </p:txBody>
      </p:sp>
    </p:spTree>
    <p:extLst>
      <p:ext uri="{BB962C8B-B14F-4D97-AF65-F5344CB8AC3E}">
        <p14:creationId xmlns:p14="http://schemas.microsoft.com/office/powerpoint/2010/main" val="377120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a:t>
            </a:r>
            <a:r>
              <a:rPr lang="en-CA" baseline="0" dirty="0"/>
              <a:t> this program, </a:t>
            </a:r>
            <a:r>
              <a:rPr lang="en-CA" baseline="0" dirty="0" err="1"/>
              <a:t>pkt</a:t>
            </a:r>
            <a:r>
              <a:rPr lang="en-CA" baseline="0" dirty="0"/>
              <a:t> is an array of length 5. So </a:t>
            </a:r>
            <a:r>
              <a:rPr lang="en-CA" baseline="0" dirty="0" err="1"/>
              <a:t>pkt</a:t>
            </a:r>
            <a:r>
              <a:rPr lang="en-CA" baseline="0" dirty="0"/>
              <a:t>[2] is the third </a:t>
            </a:r>
            <a:r>
              <a:rPr lang="en-CA" b="1" baseline="0" dirty="0"/>
              <a:t>captured</a:t>
            </a:r>
            <a:r>
              <a:rPr lang="en-CA" baseline="0" dirty="0"/>
              <a:t> packet.  </a:t>
            </a:r>
            <a:r>
              <a:rPr lang="en-CA" baseline="0" dirty="0" err="1"/>
              <a:t>Pkt</a:t>
            </a:r>
            <a:r>
              <a:rPr lang="en-CA" baseline="0" dirty="0"/>
              <a:t>[2].show2() is to give the details of this packet, including the linker layer information. </a:t>
            </a:r>
          </a:p>
          <a:p>
            <a:r>
              <a:rPr lang="en-CA" b="1" baseline="0" dirty="0" err="1"/>
              <a:t>iface</a:t>
            </a:r>
            <a:r>
              <a:rPr lang="en-CA" baseline="0" dirty="0"/>
              <a:t>  is your interface that the sniffer is sniffing on. If you do not specify, it will sniff </a:t>
            </a:r>
            <a:r>
              <a:rPr lang="en-CA" b="1" baseline="0" dirty="0"/>
              <a:t>enp0s3</a:t>
            </a:r>
            <a:r>
              <a:rPr lang="en-CA" baseline="0" dirty="0"/>
              <a:t> interface in our VM. In our </a:t>
            </a:r>
            <a:r>
              <a:rPr lang="en-CA" baseline="0" dirty="0" err="1"/>
              <a:t>docker</a:t>
            </a:r>
            <a:r>
              <a:rPr lang="en-CA" baseline="0" dirty="0"/>
              <a:t>-compose file, we create subnet 10.9.0.0/24. If you want to sniff this subnet, the </a:t>
            </a:r>
            <a:r>
              <a:rPr lang="en-CA" baseline="0" dirty="0" err="1"/>
              <a:t>iface</a:t>
            </a:r>
            <a:r>
              <a:rPr lang="en-CA" baseline="0" dirty="0"/>
              <a:t> is </a:t>
            </a:r>
            <a:r>
              <a:rPr lang="en-CA" b="1" baseline="0" dirty="0" err="1"/>
              <a:t>br</a:t>
            </a:r>
            <a:r>
              <a:rPr lang="en-CA" b="1" baseline="0" dirty="0"/>
              <a:t>-xxx</a:t>
            </a:r>
            <a:r>
              <a:rPr lang="en-CA" baseline="0" dirty="0"/>
              <a:t>.  Check </a:t>
            </a:r>
            <a:r>
              <a:rPr lang="en-CA" b="1" baseline="0" dirty="0" err="1"/>
              <a:t>ifconfig</a:t>
            </a:r>
            <a:r>
              <a:rPr lang="en-CA" baseline="0" dirty="0"/>
              <a:t> in your attacker VM. </a:t>
            </a:r>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11</a:t>
            </a:fld>
            <a:endParaRPr lang="en-US"/>
          </a:p>
        </p:txBody>
      </p:sp>
    </p:spTree>
    <p:extLst>
      <p:ext uri="{BB962C8B-B14F-4D97-AF65-F5344CB8AC3E}">
        <p14:creationId xmlns:p14="http://schemas.microsoft.com/office/powerpoint/2010/main" val="171847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prn is the assigned with</a:t>
            </a:r>
            <a:r>
              <a:rPr lang="en-CA" baseline="0" dirty="0"/>
              <a:t> the name of the callback function. This is the function you can define how to process the captured packet.  </a:t>
            </a:r>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12</a:t>
            </a:fld>
            <a:endParaRPr lang="en-US"/>
          </a:p>
        </p:txBody>
      </p:sp>
    </p:spTree>
    <p:extLst>
      <p:ext uri="{BB962C8B-B14F-4D97-AF65-F5344CB8AC3E}">
        <p14:creationId xmlns:p14="http://schemas.microsoft.com/office/powerpoint/2010/main" val="61165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Check BPF.pdf for more description. For the operator, </a:t>
            </a:r>
            <a:r>
              <a:rPr lang="en-US" b="1" baseline="0" dirty="0"/>
              <a:t>&amp;&amp;</a:t>
            </a:r>
            <a:r>
              <a:rPr lang="en-US" baseline="0" dirty="0"/>
              <a:t> is  the same as </a:t>
            </a:r>
            <a:r>
              <a:rPr lang="en-US" b="1" baseline="0" dirty="0"/>
              <a:t>and</a:t>
            </a:r>
            <a:r>
              <a:rPr lang="en-US" baseline="0" dirty="0"/>
              <a:t>; </a:t>
            </a:r>
            <a:r>
              <a:rPr lang="en-US" b="1" baseline="0" dirty="0"/>
              <a:t>!</a:t>
            </a:r>
            <a:r>
              <a:rPr lang="en-US" baseline="0" dirty="0"/>
              <a:t> is the same as </a:t>
            </a:r>
            <a:r>
              <a:rPr lang="en-US" b="1" baseline="0" dirty="0"/>
              <a:t>not</a:t>
            </a:r>
            <a:r>
              <a:rPr lang="en-US" baseline="0" dirty="0"/>
              <a:t>; </a:t>
            </a:r>
            <a:r>
              <a:rPr lang="en-US" b="1" baseline="0" dirty="0"/>
              <a:t> or</a:t>
            </a:r>
            <a:r>
              <a:rPr lang="en-US" baseline="0" dirty="0"/>
              <a:t>  is  the same as </a:t>
            </a:r>
            <a:r>
              <a:rPr lang="en-US" b="1" baseline="0" dirty="0"/>
              <a:t>||</a:t>
            </a:r>
            <a:r>
              <a:rPr lang="en-US" baseline="0" dirty="0"/>
              <a:t>.  </a:t>
            </a:r>
          </a:p>
          <a:p>
            <a:pPr marL="171450" indent="-171450">
              <a:buFont typeface="Arial" panose="020B0604020202020204" pitchFamily="34" charset="0"/>
              <a:buChar char="•"/>
            </a:pPr>
            <a:r>
              <a:rPr lang="en-US" baseline="0" dirty="0"/>
              <a:t>You need to know the key words: </a:t>
            </a:r>
            <a:r>
              <a:rPr lang="en-US" b="1" baseline="0" dirty="0"/>
              <a:t>host, net, port, </a:t>
            </a:r>
            <a:r>
              <a:rPr lang="en-US" b="1" baseline="0" dirty="0" err="1"/>
              <a:t>src</a:t>
            </a:r>
            <a:r>
              <a:rPr lang="en-US" b="1" baseline="0" dirty="0"/>
              <a:t>, </a:t>
            </a:r>
            <a:r>
              <a:rPr lang="en-US" b="1" baseline="0" dirty="0" err="1"/>
              <a:t>dst</a:t>
            </a:r>
            <a:r>
              <a:rPr lang="en-US" baseline="0" dirty="0"/>
              <a:t>  </a:t>
            </a:r>
          </a:p>
          <a:p>
            <a:pPr marL="171450" indent="-171450">
              <a:buFont typeface="Arial" panose="020B0604020202020204" pitchFamily="34" charset="0"/>
              <a:buChar char="•"/>
            </a:pPr>
            <a:r>
              <a:rPr lang="en-US" baseline="0" dirty="0"/>
              <a:t>When we say </a:t>
            </a:r>
            <a:r>
              <a:rPr lang="en-US" baseline="0" dirty="0" err="1"/>
              <a:t>ip</a:t>
            </a:r>
            <a:r>
              <a:rPr lang="en-US" baseline="0" dirty="0"/>
              <a:t> address </a:t>
            </a:r>
            <a:r>
              <a:rPr lang="en-US" baseline="0" dirty="0" err="1"/>
              <a:t>a.b.c.d</a:t>
            </a:r>
            <a:r>
              <a:rPr lang="en-US" baseline="0" dirty="0"/>
              <a:t>, we say </a:t>
            </a:r>
            <a:r>
              <a:rPr lang="en-US" b="1" baseline="0" dirty="0"/>
              <a:t>host </a:t>
            </a:r>
            <a:r>
              <a:rPr lang="en-US" b="1" baseline="0" dirty="0" err="1"/>
              <a:t>a.b.c.d</a:t>
            </a:r>
            <a:r>
              <a:rPr lang="en-US" b="1" baseline="0" dirty="0"/>
              <a:t> </a:t>
            </a:r>
            <a:r>
              <a:rPr lang="en-US" b="0" baseline="0" dirty="0"/>
              <a:t>for the expression. </a:t>
            </a:r>
          </a:p>
          <a:p>
            <a:pPr marL="171450" indent="-171450">
              <a:buFont typeface="Arial" panose="020B0604020202020204" pitchFamily="34" charset="0"/>
              <a:buChar char="•"/>
            </a:pPr>
            <a:r>
              <a:rPr lang="en-US" b="0" baseline="0" dirty="0"/>
              <a:t>Key words can be used in combination.  For example, </a:t>
            </a:r>
            <a:r>
              <a:rPr lang="en-US" b="1" baseline="0" dirty="0" err="1"/>
              <a:t>src</a:t>
            </a:r>
            <a:r>
              <a:rPr lang="en-US" b="1" baseline="0" dirty="0"/>
              <a:t> host 10.0.2.1</a:t>
            </a:r>
          </a:p>
        </p:txBody>
      </p:sp>
      <p:sp>
        <p:nvSpPr>
          <p:cNvPr id="4" name="Slide Number Placeholder 3"/>
          <p:cNvSpPr>
            <a:spLocks noGrp="1"/>
          </p:cNvSpPr>
          <p:nvPr>
            <p:ph type="sldNum" sz="quarter" idx="10"/>
          </p:nvPr>
        </p:nvSpPr>
        <p:spPr/>
        <p:txBody>
          <a:bodyPr/>
          <a:lstStyle/>
          <a:p>
            <a:fld id="{813B53B7-307D-4EBF-AD19-37FF267B60C8}" type="slidenum">
              <a:rPr lang="en-US" smtClean="0"/>
              <a:t>13</a:t>
            </a:fld>
            <a:endParaRPr lang="en-US"/>
          </a:p>
        </p:txBody>
      </p:sp>
    </p:spTree>
    <p:extLst>
      <p:ext uri="{BB962C8B-B14F-4D97-AF65-F5344CB8AC3E}">
        <p14:creationId xmlns:p14="http://schemas.microsoft.com/office/powerpoint/2010/main" val="3888776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14</a:t>
            </a:fld>
            <a:endParaRPr lang="en-US"/>
          </a:p>
        </p:txBody>
      </p:sp>
    </p:spTree>
    <p:extLst>
      <p:ext uri="{BB962C8B-B14F-4D97-AF65-F5344CB8AC3E}">
        <p14:creationId xmlns:p14="http://schemas.microsoft.com/office/powerpoint/2010/main" val="19647733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15</a:t>
            </a:fld>
            <a:endParaRPr lang="en-US"/>
          </a:p>
        </p:txBody>
      </p:sp>
    </p:spTree>
    <p:extLst>
      <p:ext uri="{BB962C8B-B14F-4D97-AF65-F5344CB8AC3E}">
        <p14:creationId xmlns:p14="http://schemas.microsoft.com/office/powerpoint/2010/main" val="2273950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 the assignment, you will be</a:t>
            </a:r>
            <a:r>
              <a:rPr lang="en-CA" baseline="0" dirty="0"/>
              <a:t> asked to send frame packet using </a:t>
            </a:r>
            <a:r>
              <a:rPr lang="en-CA" b="1" baseline="0" dirty="0" err="1"/>
              <a:t>sendp</a:t>
            </a:r>
            <a:r>
              <a:rPr lang="en-CA" baseline="0" dirty="0"/>
              <a:t>() and you need to set </a:t>
            </a:r>
            <a:r>
              <a:rPr lang="en-CA" baseline="0" dirty="0" err="1"/>
              <a:t>iface</a:t>
            </a:r>
            <a:r>
              <a:rPr lang="en-CA" baseline="0" dirty="0"/>
              <a:t>.  </a:t>
            </a:r>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16</a:t>
            </a:fld>
            <a:endParaRPr lang="en-US"/>
          </a:p>
        </p:txBody>
      </p:sp>
    </p:spTree>
    <p:extLst>
      <p:ext uri="{BB962C8B-B14F-4D97-AF65-F5344CB8AC3E}">
        <p14:creationId xmlns:p14="http://schemas.microsoft.com/office/powerpoint/2010/main" val="34757249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b="1" dirty="0" err="1"/>
              <a:t>netcat</a:t>
            </a:r>
            <a:r>
              <a:rPr lang="en-CA" baseline="0" dirty="0"/>
              <a:t>  is useful command.  </a:t>
            </a:r>
            <a:r>
              <a:rPr lang="en-CA" dirty="0"/>
              <a:t>In the </a:t>
            </a:r>
            <a:r>
              <a:rPr lang="en-CA" dirty="0" err="1"/>
              <a:t>nc</a:t>
            </a:r>
            <a:r>
              <a:rPr lang="en-CA" baseline="0" dirty="0"/>
              <a:t> command,  l for listening, n for numeric, u for </a:t>
            </a:r>
            <a:r>
              <a:rPr lang="en-CA" baseline="0" dirty="0" err="1"/>
              <a:t>udp</a:t>
            </a:r>
            <a:r>
              <a:rPr lang="en-CA" baseline="0" dirty="0"/>
              <a:t>, v for verbose, p for port number.  </a:t>
            </a:r>
            <a:r>
              <a:rPr lang="en-CA" baseline="0" dirty="0" err="1"/>
              <a:t>nc</a:t>
            </a:r>
            <a:r>
              <a:rPr lang="en-CA" baseline="0" dirty="0"/>
              <a:t> –</a:t>
            </a:r>
            <a:r>
              <a:rPr lang="en-CA" baseline="0" dirty="0" err="1"/>
              <a:t>lnuvp</a:t>
            </a:r>
            <a:r>
              <a:rPr lang="en-CA" baseline="0" dirty="0"/>
              <a:t> 5000 will create a </a:t>
            </a:r>
            <a:r>
              <a:rPr lang="en-CA" baseline="0" dirty="0" err="1"/>
              <a:t>udp</a:t>
            </a:r>
            <a:r>
              <a:rPr lang="en-CA" baseline="0" dirty="0"/>
              <a:t> server with port 5000. </a:t>
            </a:r>
          </a:p>
          <a:p>
            <a:pPr marL="0" indent="0">
              <a:buFont typeface="Arial" panose="020B0604020202020204" pitchFamily="34" charset="0"/>
              <a:buNone/>
            </a:pPr>
            <a:r>
              <a:rPr lang="en-CA" baseline="0" dirty="0"/>
              <a:t> </a:t>
            </a:r>
          </a:p>
          <a:p>
            <a:r>
              <a:rPr lang="en-CA" baseline="0" dirty="0"/>
              <a:t> </a:t>
            </a:r>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17</a:t>
            </a:fld>
            <a:endParaRPr lang="en-US"/>
          </a:p>
        </p:txBody>
      </p:sp>
    </p:spTree>
    <p:extLst>
      <p:ext uri="{BB962C8B-B14F-4D97-AF65-F5344CB8AC3E}">
        <p14:creationId xmlns:p14="http://schemas.microsoft.com/office/powerpoint/2010/main" val="1212372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b="1" dirty="0" err="1"/>
              <a:t>spoof_pkt</a:t>
            </a:r>
            <a:r>
              <a:rPr lang="en-CA" dirty="0"/>
              <a:t>(</a:t>
            </a:r>
            <a:r>
              <a:rPr lang="en-CA" dirty="0" err="1"/>
              <a:t>pkt</a:t>
            </a:r>
            <a:r>
              <a:rPr lang="en-CA" dirty="0"/>
              <a:t>) defines the function how to process each captured packet </a:t>
            </a:r>
            <a:r>
              <a:rPr lang="en-CA" b="1" dirty="0"/>
              <a:t>pkt</a:t>
            </a:r>
            <a:r>
              <a:rPr lang="en-CA" dirty="0"/>
              <a:t>. </a:t>
            </a:r>
          </a:p>
          <a:p>
            <a:pPr marL="171450" indent="-171450">
              <a:buFont typeface="Arial" panose="020B0604020202020204" pitchFamily="34" charset="0"/>
              <a:buChar char="•"/>
            </a:pPr>
            <a:r>
              <a:rPr lang="en-CA" dirty="0"/>
              <a:t>ICMP has type field: type 8 stands for request and type</a:t>
            </a:r>
            <a:r>
              <a:rPr lang="en-CA" baseline="0" dirty="0"/>
              <a:t> 0 stands for reply. You do not  remember fields of ICMP other mentioned in the program.  It has a data field (just like TCP has a data field which is application data, also like IP packet has a data field which might a TCP segment). </a:t>
            </a:r>
          </a:p>
          <a:p>
            <a:pPr marL="171450" indent="-171450">
              <a:buFont typeface="Arial" panose="020B0604020202020204" pitchFamily="34" charset="0"/>
              <a:buChar char="•"/>
            </a:pPr>
            <a:r>
              <a:rPr lang="en-CA" baseline="0" dirty="0"/>
              <a:t>All IP() and TCP(), Ether(), UDP(), ICMP() are packet class. It field can be accessed. For example, if </a:t>
            </a:r>
            <a:r>
              <a:rPr lang="en-CA" baseline="0" dirty="0" err="1"/>
              <a:t>pkt</a:t>
            </a:r>
            <a:r>
              <a:rPr lang="en-CA" baseline="0" dirty="0"/>
              <a:t>=IP(</a:t>
            </a:r>
            <a:r>
              <a:rPr lang="en-CA" baseline="0" dirty="0" err="1"/>
              <a:t>dst</a:t>
            </a:r>
            <a:r>
              <a:rPr lang="en-CA" baseline="0" dirty="0"/>
              <a:t>=8.8.8.8)/ICMP(),  we have </a:t>
            </a:r>
            <a:r>
              <a:rPr lang="en-CA" baseline="0" dirty="0" err="1"/>
              <a:t>pkt.dst</a:t>
            </a:r>
            <a:r>
              <a:rPr lang="en-CA" baseline="0" dirty="0"/>
              <a:t>=“8.8.8.8”. </a:t>
            </a:r>
          </a:p>
          <a:p>
            <a:pPr marL="171450" indent="-171450">
              <a:buFont typeface="Arial" panose="020B0604020202020204" pitchFamily="34" charset="0"/>
              <a:buChar char="•"/>
            </a:pPr>
            <a:r>
              <a:rPr lang="en-CA" baseline="0" dirty="0"/>
              <a:t>Again,  </a:t>
            </a:r>
            <a:r>
              <a:rPr lang="en-CA" baseline="0" dirty="0" err="1"/>
              <a:t>pkt</a:t>
            </a:r>
            <a:r>
              <a:rPr lang="en-CA" baseline="0" dirty="0"/>
              <a:t>[UDP] is the UDP </a:t>
            </a:r>
            <a:r>
              <a:rPr lang="en-CA" baseline="0" dirty="0" err="1"/>
              <a:t>subpacket</a:t>
            </a:r>
            <a:r>
              <a:rPr lang="en-CA" baseline="0" dirty="0"/>
              <a:t> of pkt.  </a:t>
            </a:r>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18</a:t>
            </a:fld>
            <a:endParaRPr lang="en-US"/>
          </a:p>
        </p:txBody>
      </p:sp>
    </p:spTree>
    <p:extLst>
      <p:ext uri="{BB962C8B-B14F-4D97-AF65-F5344CB8AC3E}">
        <p14:creationId xmlns:p14="http://schemas.microsoft.com/office/powerpoint/2010/main" val="29836776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10"/>
          </p:nvPr>
        </p:nvSpPr>
        <p:spPr/>
        <p:txBody>
          <a:bodyPr/>
          <a:lstStyle/>
          <a:p>
            <a:fld id="{813B53B7-307D-4EBF-AD19-37FF267B60C8}" type="slidenum">
              <a:rPr lang="en-US" smtClean="0"/>
              <a:t>19</a:t>
            </a:fld>
            <a:endParaRPr lang="en-US"/>
          </a:p>
        </p:txBody>
      </p:sp>
    </p:spTree>
    <p:extLst>
      <p:ext uri="{BB962C8B-B14F-4D97-AF65-F5344CB8AC3E}">
        <p14:creationId xmlns:p14="http://schemas.microsoft.com/office/powerpoint/2010/main" val="2959239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BC4CE07-DAEF-4CE6-A6A4-74F60FC111FA}"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2026120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C4CE07-DAEF-4CE6-A6A4-74F60FC111FA}"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1836045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C4CE07-DAEF-4CE6-A6A4-74F60FC111FA}"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3972893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C4CE07-DAEF-4CE6-A6A4-74F60FC111FA}"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524440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C4CE07-DAEF-4CE6-A6A4-74F60FC111FA}" type="datetimeFigureOut">
              <a:rPr lang="en-US" smtClean="0"/>
              <a:t>5/27/26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2813899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C4CE07-DAEF-4CE6-A6A4-74F60FC111FA}" type="datetimeFigureOut">
              <a:rPr lang="en-US" smtClean="0"/>
              <a:t>5/27/26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3006904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C4CE07-DAEF-4CE6-A6A4-74F60FC111FA}" type="datetimeFigureOut">
              <a:rPr lang="en-US" smtClean="0"/>
              <a:t>5/27/26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1082489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C4CE07-DAEF-4CE6-A6A4-74F60FC111FA}"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2560352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C4CE07-DAEF-4CE6-A6A4-74F60FC111FA}"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3583955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C4CE07-DAEF-4CE6-A6A4-74F60FC111FA}"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2118396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C4CE07-DAEF-4CE6-A6A4-74F60FC111FA}"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4D6C27-1B0D-423D-A023-D546622BD67A}" type="slidenum">
              <a:rPr lang="en-US" smtClean="0"/>
              <a:t>‹#›</a:t>
            </a:fld>
            <a:endParaRPr lang="en-US"/>
          </a:p>
        </p:txBody>
      </p:sp>
    </p:spTree>
    <p:extLst>
      <p:ext uri="{BB962C8B-B14F-4D97-AF65-F5344CB8AC3E}">
        <p14:creationId xmlns:p14="http://schemas.microsoft.com/office/powerpoint/2010/main" val="664461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C4CE07-DAEF-4CE6-A6A4-74F60FC111FA}" type="datetimeFigureOut">
              <a:rPr lang="en-US" smtClean="0"/>
              <a:t>5/27/26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4D6C27-1B0D-423D-A023-D546622BD67A}" type="slidenum">
              <a:rPr lang="en-US" smtClean="0"/>
              <a:t>‹#›</a:t>
            </a:fld>
            <a:endParaRPr lang="en-US"/>
          </a:p>
        </p:txBody>
      </p:sp>
    </p:spTree>
    <p:extLst>
      <p:ext uri="{BB962C8B-B14F-4D97-AF65-F5344CB8AC3E}">
        <p14:creationId xmlns:p14="http://schemas.microsoft.com/office/powerpoint/2010/main" val="4057289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76400" y="2514600"/>
            <a:ext cx="8686800" cy="1470025"/>
          </a:xfrm>
        </p:spPr>
        <p:txBody>
          <a:bodyPr>
            <a:noAutofit/>
          </a:bodyPr>
          <a:lstStyle/>
          <a:p>
            <a:r>
              <a:rPr lang="en-US" sz="5400" dirty="0"/>
              <a:t>Packet Sniffing and Spoofing</a:t>
            </a:r>
          </a:p>
        </p:txBody>
      </p:sp>
      <p:sp>
        <p:nvSpPr>
          <p:cNvPr id="4" name="Title 1">
            <a:extLst>
              <a:ext uri="{FF2B5EF4-FFF2-40B4-BE49-F238E27FC236}">
                <a16:creationId xmlns:a16="http://schemas.microsoft.com/office/drawing/2014/main" id="{D19E9A0D-A058-4B40-8107-2DF66EB51549}"/>
              </a:ext>
            </a:extLst>
          </p:cNvPr>
          <p:cNvSpPr txBox="1">
            <a:spLocks/>
          </p:cNvSpPr>
          <p:nvPr/>
        </p:nvSpPr>
        <p:spPr>
          <a:xfrm>
            <a:off x="1752600" y="3657600"/>
            <a:ext cx="8686800" cy="147002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dirty="0" err="1"/>
              <a:t>Shaoquan</a:t>
            </a:r>
            <a:r>
              <a:rPr lang="en-US" sz="4000" dirty="0"/>
              <a:t> Jiang</a:t>
            </a:r>
          </a:p>
        </p:txBody>
      </p:sp>
    </p:spTree>
    <p:extLst>
      <p:ext uri="{BB962C8B-B14F-4D97-AF65-F5344CB8AC3E}">
        <p14:creationId xmlns:p14="http://schemas.microsoft.com/office/powerpoint/2010/main" val="3440854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5844"/>
            <a:ext cx="9601200" cy="1066800"/>
          </a:xfrm>
        </p:spPr>
        <p:txBody>
          <a:bodyPr>
            <a:normAutofit/>
          </a:bodyPr>
          <a:lstStyle/>
          <a:p>
            <a:pPr algn="l"/>
            <a:r>
              <a:rPr lang="en-US" dirty="0"/>
              <a:t>Review of Network Interface </a:t>
            </a:r>
          </a:p>
        </p:txBody>
      </p:sp>
      <p:sp>
        <p:nvSpPr>
          <p:cNvPr id="3" name="Content Placeholder 2"/>
          <p:cNvSpPr>
            <a:spLocks noGrp="1"/>
          </p:cNvSpPr>
          <p:nvPr>
            <p:ph idx="1"/>
          </p:nvPr>
        </p:nvSpPr>
        <p:spPr>
          <a:xfrm>
            <a:off x="653143" y="1401097"/>
            <a:ext cx="11125200" cy="5105400"/>
          </a:xfrm>
        </p:spPr>
        <p:txBody>
          <a:bodyPr>
            <a:noAutofit/>
          </a:bodyPr>
          <a:lstStyle/>
          <a:p>
            <a:r>
              <a:rPr lang="en-US" sz="2800" dirty="0"/>
              <a:t>NIC (Network Interface Card)  is a physical or logical device bridging a machine and a network</a:t>
            </a:r>
          </a:p>
          <a:p>
            <a:r>
              <a:rPr lang="en-US" sz="2800" dirty="0"/>
              <a:t>Each NIC has a MAC address and is assigned an IP address</a:t>
            </a:r>
          </a:p>
          <a:p>
            <a:pPr lvl="1"/>
            <a:r>
              <a:rPr lang="en-US" sz="2400" dirty="0">
                <a:solidFill>
                  <a:schemeClr val="accent1"/>
                </a:solidFill>
              </a:rPr>
              <a:t>ifconfig –a </a:t>
            </a:r>
          </a:p>
          <a:p>
            <a:pPr lvl="1"/>
            <a:r>
              <a:rPr lang="en-US" sz="2400" dirty="0">
                <a:solidFill>
                  <a:schemeClr val="tx1">
                    <a:lumMod val="50000"/>
                    <a:lumOff val="50000"/>
                  </a:schemeClr>
                </a:solidFill>
              </a:rPr>
              <a:t>    enp0s3      Link </a:t>
            </a:r>
            <a:r>
              <a:rPr lang="en-US" sz="2400" dirty="0" err="1">
                <a:solidFill>
                  <a:schemeClr val="tx1">
                    <a:lumMod val="50000"/>
                    <a:lumOff val="50000"/>
                  </a:schemeClr>
                </a:solidFill>
              </a:rPr>
              <a:t>encap</a:t>
            </a:r>
            <a:r>
              <a:rPr lang="en-US" sz="2400" dirty="0">
                <a:solidFill>
                  <a:schemeClr val="tx1">
                    <a:lumMod val="50000"/>
                    <a:lumOff val="50000"/>
                  </a:schemeClr>
                </a:solidFill>
              </a:rPr>
              <a:t>: Ethernet  </a:t>
            </a:r>
            <a:r>
              <a:rPr lang="en-US" sz="2400" dirty="0" err="1">
                <a:solidFill>
                  <a:schemeClr val="tx1">
                    <a:lumMod val="50000"/>
                    <a:lumOff val="50000"/>
                  </a:schemeClr>
                </a:solidFill>
              </a:rPr>
              <a:t>HWaddr</a:t>
            </a:r>
            <a:r>
              <a:rPr lang="en-US" sz="2400" dirty="0">
                <a:solidFill>
                  <a:schemeClr val="tx1">
                    <a:lumMod val="50000"/>
                    <a:lumOff val="50000"/>
                  </a:schemeClr>
                </a:solidFill>
              </a:rPr>
              <a:t> 08:00:27:db:4e:fc  </a:t>
            </a:r>
          </a:p>
          <a:p>
            <a:pPr marL="457200" lvl="1" indent="0">
              <a:buNone/>
            </a:pPr>
            <a:r>
              <a:rPr lang="en-US" sz="2400" dirty="0">
                <a:solidFill>
                  <a:schemeClr val="tx1">
                    <a:lumMod val="50000"/>
                    <a:lumOff val="50000"/>
                  </a:schemeClr>
                </a:solidFill>
              </a:rPr>
              <a:t>	          	       </a:t>
            </a:r>
            <a:r>
              <a:rPr lang="en-US" sz="2400" dirty="0" err="1">
                <a:solidFill>
                  <a:schemeClr val="tx1">
                    <a:lumMod val="50000"/>
                    <a:lumOff val="50000"/>
                  </a:schemeClr>
                </a:solidFill>
              </a:rPr>
              <a:t>inet</a:t>
            </a:r>
            <a:r>
              <a:rPr lang="en-US" sz="2400" dirty="0">
                <a:solidFill>
                  <a:schemeClr val="tx1">
                    <a:lumMod val="50000"/>
                    <a:lumOff val="50000"/>
                  </a:schemeClr>
                </a:solidFill>
              </a:rPr>
              <a:t> addr:10.0.2.15  Bcast:10.0.2.255  Mask:255.255.255.0</a:t>
            </a:r>
          </a:p>
          <a:p>
            <a:pPr marL="400050" lvl="1" indent="0">
              <a:buNone/>
            </a:pPr>
            <a:r>
              <a:rPr lang="en-US" sz="2400" dirty="0"/>
              <a:t> 	 lo        	       Link </a:t>
            </a:r>
            <a:r>
              <a:rPr lang="en-US" sz="2400" dirty="0" err="1"/>
              <a:t>encap</a:t>
            </a:r>
            <a:r>
              <a:rPr lang="en-US" sz="2400" dirty="0"/>
              <a:t>: Local Loopback  </a:t>
            </a:r>
          </a:p>
          <a:p>
            <a:pPr marL="400050" lvl="1" indent="0">
              <a:buNone/>
            </a:pPr>
            <a:r>
              <a:rPr lang="en-US" sz="2400" dirty="0"/>
              <a:t>        	       </a:t>
            </a:r>
            <a:r>
              <a:rPr lang="en-US" sz="2400" dirty="0" err="1"/>
              <a:t>inet</a:t>
            </a:r>
            <a:r>
              <a:rPr lang="en-US" sz="2400" dirty="0"/>
              <a:t> addr:127.0.0.1  Mask:255.0.0.0</a:t>
            </a:r>
          </a:p>
          <a:p>
            <a:r>
              <a:rPr lang="en-US" sz="2800" dirty="0"/>
              <a:t>Every NIC on the network will hear all the packets coming to it</a:t>
            </a:r>
          </a:p>
          <a:p>
            <a:r>
              <a:rPr lang="en-US" sz="2800" dirty="0"/>
              <a:t>NIC checks the destination MAC address for every packet. If this equals its own MAC address, then pass the packet to CPU; otherwise, discard it. </a:t>
            </a:r>
          </a:p>
        </p:txBody>
      </p:sp>
      <p:pic>
        <p:nvPicPr>
          <p:cNvPr id="4" name="Picture 86">
            <a:extLst>
              <a:ext uri="{FF2B5EF4-FFF2-40B4-BE49-F238E27FC236}">
                <a16:creationId xmlns:a16="http://schemas.microsoft.com/office/drawing/2014/main" id="{2E800C50-3295-4BB6-AB28-C58D6E66D7A6}"/>
              </a:ext>
            </a:extLst>
          </p:cNvPr>
          <p:cNvPicPr>
            <a:picLocks noChangeAspect="1" noChangeArrowheads="1"/>
          </p:cNvPicPr>
          <p:nvPr/>
        </p:nvPicPr>
        <p:blipFill>
          <a:blip r:embed="rId3"/>
          <a:srcRect/>
          <a:stretch>
            <a:fillRect/>
          </a:stretch>
        </p:blipFill>
        <p:spPr bwMode="auto">
          <a:xfrm>
            <a:off x="9982200" y="2001838"/>
            <a:ext cx="1350963" cy="1350962"/>
          </a:xfrm>
          <a:prstGeom prst="rect">
            <a:avLst/>
          </a:prstGeom>
          <a:noFill/>
          <a:ln w="9525">
            <a:noFill/>
            <a:miter lim="800000"/>
            <a:headEnd/>
            <a:tailEnd/>
          </a:ln>
        </p:spPr>
      </p:pic>
    </p:spTree>
    <p:extLst>
      <p:ext uri="{BB962C8B-B14F-4D97-AF65-F5344CB8AC3E}">
        <p14:creationId xmlns:p14="http://schemas.microsoft.com/office/powerpoint/2010/main" val="3171054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9601200" cy="1066800"/>
          </a:xfrm>
        </p:spPr>
        <p:txBody>
          <a:bodyPr>
            <a:normAutofit/>
          </a:bodyPr>
          <a:lstStyle/>
          <a:p>
            <a:pPr algn="l"/>
            <a:r>
              <a:rPr lang="en-US" dirty="0"/>
              <a:t>Packet Sniffer </a:t>
            </a:r>
          </a:p>
        </p:txBody>
      </p:sp>
      <p:sp>
        <p:nvSpPr>
          <p:cNvPr id="3" name="Content Placeholder 2"/>
          <p:cNvSpPr>
            <a:spLocks noGrp="1"/>
          </p:cNvSpPr>
          <p:nvPr>
            <p:ph idx="1"/>
          </p:nvPr>
        </p:nvSpPr>
        <p:spPr>
          <a:xfrm>
            <a:off x="653143" y="1371600"/>
            <a:ext cx="11125200" cy="2895600"/>
          </a:xfrm>
        </p:spPr>
        <p:txBody>
          <a:bodyPr>
            <a:noAutofit/>
          </a:bodyPr>
          <a:lstStyle/>
          <a:p>
            <a:r>
              <a:rPr lang="en-US" sz="2800" dirty="0"/>
              <a:t>In other words, NIC only accepts packets belonging to </a:t>
            </a:r>
            <a:r>
              <a:rPr lang="en-US" sz="2800" b="1" dirty="0"/>
              <a:t>itself</a:t>
            </a:r>
            <a:r>
              <a:rPr lang="en-US" sz="2800" dirty="0"/>
              <a:t>. </a:t>
            </a:r>
          </a:p>
          <a:p>
            <a:r>
              <a:rPr lang="en-US" sz="2800" dirty="0"/>
              <a:t>Packet sniffer will make NIC work differently:</a:t>
            </a:r>
          </a:p>
          <a:p>
            <a:pPr lvl="1"/>
            <a:r>
              <a:rPr lang="en-US" dirty="0"/>
              <a:t>NIC will pass any packet it receives to CPU.</a:t>
            </a:r>
          </a:p>
          <a:p>
            <a:pPr lvl="1"/>
            <a:r>
              <a:rPr lang="en-US" dirty="0"/>
              <a:t> This requires the machine to be in a </a:t>
            </a:r>
            <a:r>
              <a:rPr lang="en-US" b="1" dirty="0"/>
              <a:t>promiscuous mode</a:t>
            </a:r>
            <a:endParaRPr lang="en-US" dirty="0"/>
          </a:p>
        </p:txBody>
      </p:sp>
    </p:spTree>
    <p:extLst>
      <p:ext uri="{BB962C8B-B14F-4D97-AF65-F5344CB8AC3E}">
        <p14:creationId xmlns:p14="http://schemas.microsoft.com/office/powerpoint/2010/main" val="3150634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10287000" cy="1066800"/>
          </a:xfrm>
        </p:spPr>
        <p:txBody>
          <a:bodyPr>
            <a:normAutofit fontScale="90000"/>
          </a:bodyPr>
          <a:lstStyle/>
          <a:p>
            <a:pPr algn="l"/>
            <a:r>
              <a:rPr lang="en-US" dirty="0"/>
              <a:t>What can be Sniffed in the Promiscuous Mode </a:t>
            </a:r>
          </a:p>
        </p:txBody>
      </p:sp>
      <p:sp>
        <p:nvSpPr>
          <p:cNvPr id="3" name="Content Placeholder 2"/>
          <p:cNvSpPr>
            <a:spLocks noGrp="1"/>
          </p:cNvSpPr>
          <p:nvPr>
            <p:ph idx="1"/>
          </p:nvPr>
        </p:nvSpPr>
        <p:spPr>
          <a:xfrm>
            <a:off x="653143" y="1371600"/>
            <a:ext cx="11125200" cy="3581400"/>
          </a:xfrm>
        </p:spPr>
        <p:txBody>
          <a:bodyPr>
            <a:noAutofit/>
          </a:bodyPr>
          <a:lstStyle/>
          <a:p>
            <a:r>
              <a:rPr lang="en-US" sz="2800" dirty="0"/>
              <a:t>Then, whose packets will come to the sniffing NIC?</a:t>
            </a:r>
          </a:p>
          <a:p>
            <a:r>
              <a:rPr lang="en-US" sz="2800" dirty="0"/>
              <a:t>shared cable (or hub) or shared RF:  we can sniffing all sharing users.   </a:t>
            </a:r>
          </a:p>
        </p:txBody>
      </p:sp>
      <p:sp>
        <p:nvSpPr>
          <p:cNvPr id="26" name="Text Box 5">
            <a:extLst>
              <a:ext uri="{FF2B5EF4-FFF2-40B4-BE49-F238E27FC236}">
                <a16:creationId xmlns:a16="http://schemas.microsoft.com/office/drawing/2014/main" id="{737E8A31-FADA-43DA-9E20-17C65C7BF11E}"/>
              </a:ext>
            </a:extLst>
          </p:cNvPr>
          <p:cNvSpPr txBox="1">
            <a:spLocks noChangeArrowheads="1"/>
          </p:cNvSpPr>
          <p:nvPr/>
        </p:nvSpPr>
        <p:spPr bwMode="auto">
          <a:xfrm>
            <a:off x="5913437" y="4784725"/>
            <a:ext cx="1601788" cy="454025"/>
          </a:xfrm>
          <a:prstGeom prst="rect">
            <a:avLst/>
          </a:prstGeom>
          <a:noFill/>
          <a:ln w="9525">
            <a:noFill/>
            <a:miter lim="800000"/>
            <a:headEnd/>
            <a:tailEnd/>
          </a:ln>
        </p:spPr>
        <p:txBody>
          <a:bodyPr wrap="none">
            <a:spAutoFit/>
          </a:bodyPr>
          <a:lstStyle/>
          <a:p>
            <a:pPr algn="ctr" eaLnBrk="0" hangingPunct="0">
              <a:lnSpc>
                <a:spcPct val="85000"/>
              </a:lnSpc>
            </a:pPr>
            <a:r>
              <a:rPr lang="en-US" altLang="zh-CN" sz="1400">
                <a:ea typeface="ＭＳ Ｐゴシック" pitchFamily="34" charset="-128"/>
              </a:rPr>
              <a:t>shared wire (e.g., </a:t>
            </a:r>
          </a:p>
          <a:p>
            <a:pPr algn="ctr" eaLnBrk="0" hangingPunct="0">
              <a:lnSpc>
                <a:spcPct val="85000"/>
              </a:lnSpc>
            </a:pPr>
            <a:r>
              <a:rPr lang="en-US" altLang="zh-CN" sz="1400">
                <a:ea typeface="ＭＳ Ｐゴシック" pitchFamily="34" charset="-128"/>
              </a:rPr>
              <a:t>cabled Ethernet)</a:t>
            </a:r>
          </a:p>
        </p:txBody>
      </p:sp>
      <p:sp>
        <p:nvSpPr>
          <p:cNvPr id="27" name="Text Box 6">
            <a:extLst>
              <a:ext uri="{FF2B5EF4-FFF2-40B4-BE49-F238E27FC236}">
                <a16:creationId xmlns:a16="http://schemas.microsoft.com/office/drawing/2014/main" id="{E47D12AD-DC6F-4739-A09E-B33204905971}"/>
              </a:ext>
            </a:extLst>
          </p:cNvPr>
          <p:cNvSpPr txBox="1">
            <a:spLocks noChangeArrowheads="1"/>
          </p:cNvSpPr>
          <p:nvPr/>
        </p:nvSpPr>
        <p:spPr bwMode="auto">
          <a:xfrm>
            <a:off x="7761287" y="4773612"/>
            <a:ext cx="1690688" cy="454025"/>
          </a:xfrm>
          <a:prstGeom prst="rect">
            <a:avLst/>
          </a:prstGeom>
          <a:noFill/>
          <a:ln w="9525">
            <a:noFill/>
            <a:miter lim="800000"/>
            <a:headEnd/>
            <a:tailEnd/>
          </a:ln>
        </p:spPr>
        <p:txBody>
          <a:bodyPr wrap="none">
            <a:spAutoFit/>
          </a:bodyPr>
          <a:lstStyle/>
          <a:p>
            <a:pPr algn="ctr" eaLnBrk="0" hangingPunct="0">
              <a:lnSpc>
                <a:spcPct val="85000"/>
              </a:lnSpc>
            </a:pPr>
            <a:r>
              <a:rPr lang="en-US" altLang="zh-CN" sz="1400">
                <a:ea typeface="ＭＳ Ｐゴシック" pitchFamily="34" charset="-128"/>
              </a:rPr>
              <a:t>shared RF</a:t>
            </a:r>
          </a:p>
          <a:p>
            <a:pPr algn="ctr" eaLnBrk="0" hangingPunct="0">
              <a:lnSpc>
                <a:spcPct val="85000"/>
              </a:lnSpc>
            </a:pPr>
            <a:r>
              <a:rPr lang="en-US" altLang="zh-CN" sz="1400">
                <a:ea typeface="ＭＳ Ｐゴシック" pitchFamily="34" charset="-128"/>
              </a:rPr>
              <a:t> (e.g., 802.11 WiFi)</a:t>
            </a:r>
          </a:p>
        </p:txBody>
      </p:sp>
      <p:sp>
        <p:nvSpPr>
          <p:cNvPr id="28" name="Line 173">
            <a:extLst>
              <a:ext uri="{FF2B5EF4-FFF2-40B4-BE49-F238E27FC236}">
                <a16:creationId xmlns:a16="http://schemas.microsoft.com/office/drawing/2014/main" id="{9FE65A84-C9F9-4B19-A65E-BAFA22E65704}"/>
              </a:ext>
            </a:extLst>
          </p:cNvPr>
          <p:cNvSpPr>
            <a:spLocks noChangeShapeType="1"/>
          </p:cNvSpPr>
          <p:nvPr/>
        </p:nvSpPr>
        <p:spPr bwMode="auto">
          <a:xfrm flipH="1">
            <a:off x="6524625" y="3613150"/>
            <a:ext cx="466725" cy="890587"/>
          </a:xfrm>
          <a:prstGeom prst="line">
            <a:avLst/>
          </a:prstGeom>
          <a:noFill/>
          <a:ln w="9525">
            <a:solidFill>
              <a:schemeClr val="tx1"/>
            </a:solidFill>
            <a:round/>
            <a:headEnd/>
            <a:tailEnd/>
          </a:ln>
        </p:spPr>
        <p:txBody>
          <a:bodyPr/>
          <a:lstStyle/>
          <a:p>
            <a:endParaRPr lang="zh-CN" altLang="en-US"/>
          </a:p>
        </p:txBody>
      </p:sp>
      <p:sp>
        <p:nvSpPr>
          <p:cNvPr id="29" name="Line 174">
            <a:extLst>
              <a:ext uri="{FF2B5EF4-FFF2-40B4-BE49-F238E27FC236}">
                <a16:creationId xmlns:a16="http://schemas.microsoft.com/office/drawing/2014/main" id="{DEF25797-4802-4BA2-B478-363C4881797D}"/>
              </a:ext>
            </a:extLst>
          </p:cNvPr>
          <p:cNvSpPr>
            <a:spLocks noChangeShapeType="1"/>
          </p:cNvSpPr>
          <p:nvPr/>
        </p:nvSpPr>
        <p:spPr bwMode="auto">
          <a:xfrm>
            <a:off x="6507162" y="4084637"/>
            <a:ext cx="242888" cy="1588"/>
          </a:xfrm>
          <a:prstGeom prst="line">
            <a:avLst/>
          </a:prstGeom>
          <a:noFill/>
          <a:ln w="9525">
            <a:solidFill>
              <a:schemeClr val="tx1"/>
            </a:solidFill>
            <a:round/>
            <a:headEnd/>
            <a:tailEnd/>
          </a:ln>
        </p:spPr>
        <p:txBody>
          <a:bodyPr/>
          <a:lstStyle/>
          <a:p>
            <a:endParaRPr lang="zh-CN" altLang="en-US"/>
          </a:p>
        </p:txBody>
      </p:sp>
      <p:sp>
        <p:nvSpPr>
          <p:cNvPr id="30" name="Line 175">
            <a:extLst>
              <a:ext uri="{FF2B5EF4-FFF2-40B4-BE49-F238E27FC236}">
                <a16:creationId xmlns:a16="http://schemas.microsoft.com/office/drawing/2014/main" id="{03AD8DAC-A0D1-457C-AAF8-76EB9D61E746}"/>
              </a:ext>
            </a:extLst>
          </p:cNvPr>
          <p:cNvSpPr>
            <a:spLocks noChangeShapeType="1"/>
          </p:cNvSpPr>
          <p:nvPr/>
        </p:nvSpPr>
        <p:spPr bwMode="auto">
          <a:xfrm>
            <a:off x="6372225" y="4421187"/>
            <a:ext cx="190500" cy="1588"/>
          </a:xfrm>
          <a:prstGeom prst="line">
            <a:avLst/>
          </a:prstGeom>
          <a:noFill/>
          <a:ln w="9525">
            <a:solidFill>
              <a:schemeClr val="tx1"/>
            </a:solidFill>
            <a:round/>
            <a:headEnd/>
            <a:tailEnd/>
          </a:ln>
        </p:spPr>
        <p:txBody>
          <a:bodyPr/>
          <a:lstStyle/>
          <a:p>
            <a:endParaRPr lang="zh-CN" altLang="en-US"/>
          </a:p>
        </p:txBody>
      </p:sp>
      <p:sp>
        <p:nvSpPr>
          <p:cNvPr id="31" name="Line 176">
            <a:extLst>
              <a:ext uri="{FF2B5EF4-FFF2-40B4-BE49-F238E27FC236}">
                <a16:creationId xmlns:a16="http://schemas.microsoft.com/office/drawing/2014/main" id="{4DE249D5-767A-4259-8C6F-0F90094BBE1A}"/>
              </a:ext>
            </a:extLst>
          </p:cNvPr>
          <p:cNvSpPr>
            <a:spLocks noChangeShapeType="1"/>
          </p:cNvSpPr>
          <p:nvPr/>
        </p:nvSpPr>
        <p:spPr bwMode="auto">
          <a:xfrm flipV="1">
            <a:off x="6816725" y="3944937"/>
            <a:ext cx="177800" cy="7938"/>
          </a:xfrm>
          <a:prstGeom prst="line">
            <a:avLst/>
          </a:prstGeom>
          <a:noFill/>
          <a:ln w="9525">
            <a:solidFill>
              <a:schemeClr val="tx1"/>
            </a:solidFill>
            <a:round/>
            <a:headEnd/>
            <a:tailEnd/>
          </a:ln>
        </p:spPr>
        <p:txBody>
          <a:bodyPr/>
          <a:lstStyle/>
          <a:p>
            <a:endParaRPr lang="zh-CN" altLang="en-US"/>
          </a:p>
        </p:txBody>
      </p:sp>
      <p:grpSp>
        <p:nvGrpSpPr>
          <p:cNvPr id="32" name="Group 382">
            <a:extLst>
              <a:ext uri="{FF2B5EF4-FFF2-40B4-BE49-F238E27FC236}">
                <a16:creationId xmlns:a16="http://schemas.microsoft.com/office/drawing/2014/main" id="{012A4A98-19D3-4AB9-9926-30C4F58F3D1B}"/>
              </a:ext>
            </a:extLst>
          </p:cNvPr>
          <p:cNvGrpSpPr>
            <a:grpSpLocks/>
          </p:cNvGrpSpPr>
          <p:nvPr/>
        </p:nvGrpSpPr>
        <p:grpSpPr bwMode="auto">
          <a:xfrm>
            <a:off x="9788525" y="4452937"/>
            <a:ext cx="288925" cy="220663"/>
            <a:chOff x="2274" y="2821"/>
            <a:chExt cx="215" cy="238"/>
          </a:xfrm>
        </p:grpSpPr>
        <p:sp>
          <p:nvSpPr>
            <p:cNvPr id="33" name="Freeform 383">
              <a:extLst>
                <a:ext uri="{FF2B5EF4-FFF2-40B4-BE49-F238E27FC236}">
                  <a16:creationId xmlns:a16="http://schemas.microsoft.com/office/drawing/2014/main" id="{DDA58A0B-5C9A-4D2B-BECC-37AA9FFB6CC7}"/>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1 w 430"/>
                <a:gd name="T7" fmla="*/ 1 h 50"/>
                <a:gd name="T8" fmla="*/ 1 w 430"/>
                <a:gd name="T9" fmla="*/ 1 h 50"/>
                <a:gd name="T10" fmla="*/ 1 w 430"/>
                <a:gd name="T11" fmla="*/ 1 h 50"/>
                <a:gd name="T12" fmla="*/ 1 w 430"/>
                <a:gd name="T13" fmla="*/ 0 h 50"/>
                <a:gd name="T14" fmla="*/ 1 w 430"/>
                <a:gd name="T15" fmla="*/ 0 h 50"/>
                <a:gd name="T16" fmla="*/ 1 w 430"/>
                <a:gd name="T17" fmla="*/ 1 h 50"/>
                <a:gd name="T18" fmla="*/ 1 w 430"/>
                <a:gd name="T19" fmla="*/ 1 h 50"/>
                <a:gd name="T20" fmla="*/ 1 w 430"/>
                <a:gd name="T21" fmla="*/ 1 h 50"/>
                <a:gd name="T22" fmla="*/ 1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0"/>
                <a:gd name="T37" fmla="*/ 0 h 50"/>
                <a:gd name="T38" fmla="*/ 430 w 430"/>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w="9525">
              <a:noFill/>
              <a:round/>
              <a:headEnd/>
              <a:tailEnd/>
            </a:ln>
          </p:spPr>
          <p:txBody>
            <a:bodyPr/>
            <a:lstStyle/>
            <a:p>
              <a:endParaRPr lang="zh-CN" altLang="en-US"/>
            </a:p>
          </p:txBody>
        </p:sp>
        <p:sp>
          <p:nvSpPr>
            <p:cNvPr id="34" name="Line 384">
              <a:extLst>
                <a:ext uri="{FF2B5EF4-FFF2-40B4-BE49-F238E27FC236}">
                  <a16:creationId xmlns:a16="http://schemas.microsoft.com/office/drawing/2014/main" id="{1EA8D66D-DF9F-4125-924C-90E44DD52BEA}"/>
                </a:ext>
              </a:extLst>
            </p:cNvPr>
            <p:cNvSpPr>
              <a:spLocks noChangeShapeType="1"/>
            </p:cNvSpPr>
            <p:nvPr/>
          </p:nvSpPr>
          <p:spPr bwMode="auto">
            <a:xfrm>
              <a:off x="2317" y="2951"/>
              <a:ext cx="30" cy="1"/>
            </a:xfrm>
            <a:prstGeom prst="line">
              <a:avLst/>
            </a:prstGeom>
            <a:noFill/>
            <a:ln w="6350">
              <a:solidFill>
                <a:srgbClr val="000000"/>
              </a:solidFill>
              <a:round/>
              <a:headEnd/>
              <a:tailEnd/>
            </a:ln>
          </p:spPr>
          <p:txBody>
            <a:bodyPr/>
            <a:lstStyle/>
            <a:p>
              <a:endParaRPr lang="zh-CN" altLang="en-US"/>
            </a:p>
          </p:txBody>
        </p:sp>
        <p:sp>
          <p:nvSpPr>
            <p:cNvPr id="35" name="Freeform 385">
              <a:extLst>
                <a:ext uri="{FF2B5EF4-FFF2-40B4-BE49-F238E27FC236}">
                  <a16:creationId xmlns:a16="http://schemas.microsoft.com/office/drawing/2014/main" id="{9DF2DE17-413E-4F2F-88FA-02551152D06B}"/>
                </a:ext>
              </a:extLst>
            </p:cNvPr>
            <p:cNvSpPr>
              <a:spLocks/>
            </p:cNvSpPr>
            <p:nvPr/>
          </p:nvSpPr>
          <p:spPr bwMode="auto">
            <a:xfrm>
              <a:off x="2317" y="2923"/>
              <a:ext cx="44" cy="109"/>
            </a:xfrm>
            <a:custGeom>
              <a:avLst/>
              <a:gdLst>
                <a:gd name="T0" fmla="*/ 1 w 87"/>
                <a:gd name="T1" fmla="*/ 0 h 219"/>
                <a:gd name="T2" fmla="*/ 0 w 87"/>
                <a:gd name="T3" fmla="*/ 0 h 219"/>
                <a:gd name="T4" fmla="*/ 1 w 87"/>
                <a:gd name="T5" fmla="*/ 0 h 219"/>
                <a:gd name="T6" fmla="*/ 0 60000 65536"/>
                <a:gd name="T7" fmla="*/ 0 60000 65536"/>
                <a:gd name="T8" fmla="*/ 0 60000 65536"/>
                <a:gd name="T9" fmla="*/ 0 w 87"/>
                <a:gd name="T10" fmla="*/ 0 h 219"/>
                <a:gd name="T11" fmla="*/ 87 w 87"/>
                <a:gd name="T12" fmla="*/ 219 h 219"/>
              </a:gdLst>
              <a:ahLst/>
              <a:cxnLst>
                <a:cxn ang="T6">
                  <a:pos x="T0" y="T1"/>
                </a:cxn>
                <a:cxn ang="T7">
                  <a:pos x="T2" y="T3"/>
                </a:cxn>
                <a:cxn ang="T8">
                  <a:pos x="T4" y="T5"/>
                </a:cxn>
              </a:cxnLst>
              <a:rect l="T9" t="T10" r="T11" b="T12"/>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endParaRPr lang="zh-CN" altLang="en-US"/>
            </a:p>
          </p:txBody>
        </p:sp>
        <p:sp>
          <p:nvSpPr>
            <p:cNvPr id="36" name="Line 386">
              <a:extLst>
                <a:ext uri="{FF2B5EF4-FFF2-40B4-BE49-F238E27FC236}">
                  <a16:creationId xmlns:a16="http://schemas.microsoft.com/office/drawing/2014/main" id="{0A4EFD90-895E-41FC-B55B-552A68DB5453}"/>
                </a:ext>
              </a:extLst>
            </p:cNvPr>
            <p:cNvSpPr>
              <a:spLocks noChangeShapeType="1"/>
            </p:cNvSpPr>
            <p:nvPr/>
          </p:nvSpPr>
          <p:spPr bwMode="auto">
            <a:xfrm flipV="1">
              <a:off x="2300" y="2951"/>
              <a:ext cx="47" cy="83"/>
            </a:xfrm>
            <a:prstGeom prst="line">
              <a:avLst/>
            </a:prstGeom>
            <a:noFill/>
            <a:ln w="6350">
              <a:solidFill>
                <a:srgbClr val="000000"/>
              </a:solidFill>
              <a:round/>
              <a:headEnd/>
              <a:tailEnd/>
            </a:ln>
          </p:spPr>
          <p:txBody>
            <a:bodyPr/>
            <a:lstStyle/>
            <a:p>
              <a:endParaRPr lang="zh-CN" altLang="en-US"/>
            </a:p>
          </p:txBody>
        </p:sp>
        <p:sp>
          <p:nvSpPr>
            <p:cNvPr id="37" name="Freeform 387">
              <a:extLst>
                <a:ext uri="{FF2B5EF4-FFF2-40B4-BE49-F238E27FC236}">
                  <a16:creationId xmlns:a16="http://schemas.microsoft.com/office/drawing/2014/main" id="{F2FAB3B2-EC14-456F-AFF5-AF94F643B6C7}"/>
                </a:ext>
              </a:extLst>
            </p:cNvPr>
            <p:cNvSpPr>
              <a:spLocks/>
            </p:cNvSpPr>
            <p:nvPr/>
          </p:nvSpPr>
          <p:spPr bwMode="auto">
            <a:xfrm>
              <a:off x="2317" y="3005"/>
              <a:ext cx="86" cy="27"/>
            </a:xfrm>
            <a:custGeom>
              <a:avLst/>
              <a:gdLst>
                <a:gd name="T0" fmla="*/ 1 w 172"/>
                <a:gd name="T1" fmla="*/ 0 h 55"/>
                <a:gd name="T2" fmla="*/ 0 w 172"/>
                <a:gd name="T3" fmla="*/ 0 h 55"/>
                <a:gd name="T4" fmla="*/ 1 w 172"/>
                <a:gd name="T5" fmla="*/ 0 h 55"/>
                <a:gd name="T6" fmla="*/ 1 w 172"/>
                <a:gd name="T7" fmla="*/ 0 h 55"/>
                <a:gd name="T8" fmla="*/ 0 60000 65536"/>
                <a:gd name="T9" fmla="*/ 0 60000 65536"/>
                <a:gd name="T10" fmla="*/ 0 60000 65536"/>
                <a:gd name="T11" fmla="*/ 0 60000 65536"/>
                <a:gd name="T12" fmla="*/ 0 w 172"/>
                <a:gd name="T13" fmla="*/ 0 h 55"/>
                <a:gd name="T14" fmla="*/ 172 w 172"/>
                <a:gd name="T15" fmla="*/ 55 h 55"/>
              </a:gdLst>
              <a:ahLst/>
              <a:cxnLst>
                <a:cxn ang="T8">
                  <a:pos x="T0" y="T1"/>
                </a:cxn>
                <a:cxn ang="T9">
                  <a:pos x="T2" y="T3"/>
                </a:cxn>
                <a:cxn ang="T10">
                  <a:pos x="T4" y="T5"/>
                </a:cxn>
                <a:cxn ang="T11">
                  <a:pos x="T6" y="T7"/>
                </a:cxn>
              </a:cxnLst>
              <a:rect l="T12" t="T13" r="T14" b="T15"/>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endParaRPr lang="zh-CN" altLang="en-US"/>
            </a:p>
          </p:txBody>
        </p:sp>
        <p:sp>
          <p:nvSpPr>
            <p:cNvPr id="38" name="Line 388">
              <a:extLst>
                <a:ext uri="{FF2B5EF4-FFF2-40B4-BE49-F238E27FC236}">
                  <a16:creationId xmlns:a16="http://schemas.microsoft.com/office/drawing/2014/main" id="{41CCEECB-A511-4F88-A9A2-6613C97186BA}"/>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p:spPr>
          <p:txBody>
            <a:bodyPr/>
            <a:lstStyle/>
            <a:p>
              <a:endParaRPr lang="zh-CN" altLang="en-US"/>
            </a:p>
          </p:txBody>
        </p:sp>
        <p:sp>
          <p:nvSpPr>
            <p:cNvPr id="39" name="Freeform 389">
              <a:extLst>
                <a:ext uri="{FF2B5EF4-FFF2-40B4-BE49-F238E27FC236}">
                  <a16:creationId xmlns:a16="http://schemas.microsoft.com/office/drawing/2014/main" id="{F7C3A203-246F-4DCF-BC9D-DACB1F92DCEB}"/>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1 w 430"/>
                <a:gd name="T7" fmla="*/ 1 h 50"/>
                <a:gd name="T8" fmla="*/ 1 w 430"/>
                <a:gd name="T9" fmla="*/ 1 h 50"/>
                <a:gd name="T10" fmla="*/ 1 w 430"/>
                <a:gd name="T11" fmla="*/ 1 h 50"/>
                <a:gd name="T12" fmla="*/ 1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0"/>
                <a:gd name="T28" fmla="*/ 0 h 50"/>
                <a:gd name="T29" fmla="*/ 430 w 430"/>
                <a:gd name="T30" fmla="*/ 50 h 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endParaRPr lang="zh-CN" altLang="en-US"/>
            </a:p>
          </p:txBody>
        </p:sp>
        <p:sp>
          <p:nvSpPr>
            <p:cNvPr id="40" name="Freeform 390">
              <a:extLst>
                <a:ext uri="{FF2B5EF4-FFF2-40B4-BE49-F238E27FC236}">
                  <a16:creationId xmlns:a16="http://schemas.microsoft.com/office/drawing/2014/main" id="{11BDB810-055F-4A7C-9A3D-1E439482C326}"/>
                </a:ext>
              </a:extLst>
            </p:cNvPr>
            <p:cNvSpPr>
              <a:spLocks/>
            </p:cNvSpPr>
            <p:nvPr/>
          </p:nvSpPr>
          <p:spPr bwMode="auto">
            <a:xfrm>
              <a:off x="2290" y="3043"/>
              <a:ext cx="171" cy="1"/>
            </a:xfrm>
            <a:custGeom>
              <a:avLst/>
              <a:gdLst>
                <a:gd name="T0" fmla="*/ 0 w 343"/>
                <a:gd name="T1" fmla="*/ 0 h 1"/>
                <a:gd name="T2" fmla="*/ 0 w 343"/>
                <a:gd name="T3" fmla="*/ 0 h 1"/>
                <a:gd name="T4" fmla="*/ 0 w 343"/>
                <a:gd name="T5" fmla="*/ 0 h 1"/>
                <a:gd name="T6" fmla="*/ 0 60000 65536"/>
                <a:gd name="T7" fmla="*/ 0 60000 65536"/>
                <a:gd name="T8" fmla="*/ 0 60000 65536"/>
                <a:gd name="T9" fmla="*/ 0 w 343"/>
                <a:gd name="T10" fmla="*/ 0 h 1"/>
                <a:gd name="T11" fmla="*/ 343 w 343"/>
                <a:gd name="T12" fmla="*/ 1 h 1"/>
              </a:gdLst>
              <a:ahLst/>
              <a:cxnLst>
                <a:cxn ang="T6">
                  <a:pos x="T0" y="T1"/>
                </a:cxn>
                <a:cxn ang="T7">
                  <a:pos x="T2" y="T3"/>
                </a:cxn>
                <a:cxn ang="T8">
                  <a:pos x="T4" y="T5"/>
                </a:cxn>
              </a:cxnLst>
              <a:rect l="T9" t="T10" r="T11" b="T12"/>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endParaRPr lang="zh-CN" altLang="en-US"/>
            </a:p>
          </p:txBody>
        </p:sp>
        <p:sp>
          <p:nvSpPr>
            <p:cNvPr id="41" name="Rectangle 391">
              <a:extLst>
                <a:ext uri="{FF2B5EF4-FFF2-40B4-BE49-F238E27FC236}">
                  <a16:creationId xmlns:a16="http://schemas.microsoft.com/office/drawing/2014/main" id="{1BE9C332-2B9D-4240-8F17-CCD1613B94EA}"/>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eaLnBrk="0" hangingPunct="0"/>
              <a:endParaRPr lang="en-US" altLang="zh-CN">
                <a:ea typeface="ＭＳ Ｐゴシック" pitchFamily="34" charset="-128"/>
              </a:endParaRPr>
            </a:p>
          </p:txBody>
        </p:sp>
        <p:sp>
          <p:nvSpPr>
            <p:cNvPr id="42" name="Freeform 392">
              <a:extLst>
                <a:ext uri="{FF2B5EF4-FFF2-40B4-BE49-F238E27FC236}">
                  <a16:creationId xmlns:a16="http://schemas.microsoft.com/office/drawing/2014/main" id="{10F16251-D470-406E-BCAD-8845F9E226DB}"/>
                </a:ext>
              </a:extLst>
            </p:cNvPr>
            <p:cNvSpPr>
              <a:spLocks noEditPoints="1"/>
            </p:cNvSpPr>
            <p:nvPr/>
          </p:nvSpPr>
          <p:spPr bwMode="auto">
            <a:xfrm>
              <a:off x="2281" y="2821"/>
              <a:ext cx="208" cy="175"/>
            </a:xfrm>
            <a:custGeom>
              <a:avLst/>
              <a:gdLst>
                <a:gd name="T0" fmla="*/ 1 w 415"/>
                <a:gd name="T1" fmla="*/ 1 h 350"/>
                <a:gd name="T2" fmla="*/ 1 w 415"/>
                <a:gd name="T3" fmla="*/ 1 h 350"/>
                <a:gd name="T4" fmla="*/ 1 w 415"/>
                <a:gd name="T5" fmla="*/ 1 h 350"/>
                <a:gd name="T6" fmla="*/ 1 w 415"/>
                <a:gd name="T7" fmla="*/ 1 h 350"/>
                <a:gd name="T8" fmla="*/ 1 w 415"/>
                <a:gd name="T9" fmla="*/ 1 h 350"/>
                <a:gd name="T10" fmla="*/ 1 w 415"/>
                <a:gd name="T11" fmla="*/ 1 h 350"/>
                <a:gd name="T12" fmla="*/ 1 w 415"/>
                <a:gd name="T13" fmla="*/ 1 h 350"/>
                <a:gd name="T14" fmla="*/ 1 w 415"/>
                <a:gd name="T15" fmla="*/ 1 h 350"/>
                <a:gd name="T16" fmla="*/ 1 w 415"/>
                <a:gd name="T17" fmla="*/ 1 h 350"/>
                <a:gd name="T18" fmla="*/ 1 w 415"/>
                <a:gd name="T19" fmla="*/ 1 h 350"/>
                <a:gd name="T20" fmla="*/ 1 w 415"/>
                <a:gd name="T21" fmla="*/ 1 h 350"/>
                <a:gd name="T22" fmla="*/ 1 w 415"/>
                <a:gd name="T23" fmla="*/ 1 h 350"/>
                <a:gd name="T24" fmla="*/ 1 w 415"/>
                <a:gd name="T25" fmla="*/ 1 h 350"/>
                <a:gd name="T26" fmla="*/ 1 w 415"/>
                <a:gd name="T27" fmla="*/ 1 h 350"/>
                <a:gd name="T28" fmla="*/ 1 w 415"/>
                <a:gd name="T29" fmla="*/ 1 h 350"/>
                <a:gd name="T30" fmla="*/ 1 w 415"/>
                <a:gd name="T31" fmla="*/ 1 h 350"/>
                <a:gd name="T32" fmla="*/ 1 w 415"/>
                <a:gd name="T33" fmla="*/ 1 h 350"/>
                <a:gd name="T34" fmla="*/ 1 w 415"/>
                <a:gd name="T35" fmla="*/ 1 h 350"/>
                <a:gd name="T36" fmla="*/ 1 w 415"/>
                <a:gd name="T37" fmla="*/ 1 h 350"/>
                <a:gd name="T38" fmla="*/ 1 w 415"/>
                <a:gd name="T39" fmla="*/ 1 h 350"/>
                <a:gd name="T40" fmla="*/ 1 w 415"/>
                <a:gd name="T41" fmla="*/ 1 h 350"/>
                <a:gd name="T42" fmla="*/ 1 w 415"/>
                <a:gd name="T43" fmla="*/ 1 h 350"/>
                <a:gd name="T44" fmla="*/ 1 w 415"/>
                <a:gd name="T45" fmla="*/ 1 h 350"/>
                <a:gd name="T46" fmla="*/ 1 w 415"/>
                <a:gd name="T47" fmla="*/ 0 h 350"/>
                <a:gd name="T48" fmla="*/ 1 w 415"/>
                <a:gd name="T49" fmla="*/ 1 h 350"/>
                <a:gd name="T50" fmla="*/ 1 w 415"/>
                <a:gd name="T51" fmla="*/ 1 h 350"/>
                <a:gd name="T52" fmla="*/ 1 w 415"/>
                <a:gd name="T53" fmla="*/ 1 h 350"/>
                <a:gd name="T54" fmla="*/ 1 w 415"/>
                <a:gd name="T55" fmla="*/ 1 h 350"/>
                <a:gd name="T56" fmla="*/ 1 w 415"/>
                <a:gd name="T57" fmla="*/ 1 h 350"/>
                <a:gd name="T58" fmla="*/ 1 w 415"/>
                <a:gd name="T59" fmla="*/ 1 h 350"/>
                <a:gd name="T60" fmla="*/ 1 w 415"/>
                <a:gd name="T61" fmla="*/ 1 h 350"/>
                <a:gd name="T62" fmla="*/ 1 w 415"/>
                <a:gd name="T63" fmla="*/ 1 h 350"/>
                <a:gd name="T64" fmla="*/ 1 w 415"/>
                <a:gd name="T65" fmla="*/ 1 h 350"/>
                <a:gd name="T66" fmla="*/ 1 w 415"/>
                <a:gd name="T67" fmla="*/ 1 h 350"/>
                <a:gd name="T68" fmla="*/ 1 w 415"/>
                <a:gd name="T69" fmla="*/ 1 h 350"/>
                <a:gd name="T70" fmla="*/ 1 w 415"/>
                <a:gd name="T71" fmla="*/ 1 h 350"/>
                <a:gd name="T72" fmla="*/ 1 w 415"/>
                <a:gd name="T73" fmla="*/ 1 h 350"/>
                <a:gd name="T74" fmla="*/ 1 w 415"/>
                <a:gd name="T75" fmla="*/ 1 h 350"/>
                <a:gd name="T76" fmla="*/ 1 w 415"/>
                <a:gd name="T77" fmla="*/ 1 h 350"/>
                <a:gd name="T78" fmla="*/ 1 w 415"/>
                <a:gd name="T79" fmla="*/ 1 h 350"/>
                <a:gd name="T80" fmla="*/ 1 w 415"/>
                <a:gd name="T81" fmla="*/ 1 h 350"/>
                <a:gd name="T82" fmla="*/ 1 w 415"/>
                <a:gd name="T83" fmla="*/ 1 h 350"/>
                <a:gd name="T84" fmla="*/ 1 w 415"/>
                <a:gd name="T85" fmla="*/ 1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15"/>
                <a:gd name="T136" fmla="*/ 0 h 350"/>
                <a:gd name="T137" fmla="*/ 415 w 415"/>
                <a:gd name="T138" fmla="*/ 350 h 35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endParaRPr lang="zh-CN" altLang="en-US"/>
            </a:p>
          </p:txBody>
        </p:sp>
        <p:sp>
          <p:nvSpPr>
            <p:cNvPr id="43" name="Line 393">
              <a:extLst>
                <a:ext uri="{FF2B5EF4-FFF2-40B4-BE49-F238E27FC236}">
                  <a16:creationId xmlns:a16="http://schemas.microsoft.com/office/drawing/2014/main" id="{E2A99166-0501-49D1-A181-6096844E75CE}"/>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p:spPr>
          <p:txBody>
            <a:bodyPr/>
            <a:lstStyle/>
            <a:p>
              <a:endParaRPr lang="zh-CN" altLang="en-US"/>
            </a:p>
          </p:txBody>
        </p:sp>
        <p:sp>
          <p:nvSpPr>
            <p:cNvPr id="44" name="Line 394">
              <a:extLst>
                <a:ext uri="{FF2B5EF4-FFF2-40B4-BE49-F238E27FC236}">
                  <a16:creationId xmlns:a16="http://schemas.microsoft.com/office/drawing/2014/main" id="{FCCFE60A-EB9F-4906-AD44-B1938FCDE2D2}"/>
                </a:ext>
              </a:extLst>
            </p:cNvPr>
            <p:cNvSpPr>
              <a:spLocks noChangeShapeType="1"/>
            </p:cNvSpPr>
            <p:nvPr/>
          </p:nvSpPr>
          <p:spPr bwMode="auto">
            <a:xfrm flipH="1">
              <a:off x="2372" y="2826"/>
              <a:ext cx="49" cy="102"/>
            </a:xfrm>
            <a:prstGeom prst="line">
              <a:avLst/>
            </a:prstGeom>
            <a:noFill/>
            <a:ln w="1588">
              <a:solidFill>
                <a:srgbClr val="000000"/>
              </a:solidFill>
              <a:round/>
              <a:headEnd/>
              <a:tailEnd/>
            </a:ln>
          </p:spPr>
          <p:txBody>
            <a:bodyPr/>
            <a:lstStyle/>
            <a:p>
              <a:endParaRPr lang="zh-CN" altLang="en-US"/>
            </a:p>
          </p:txBody>
        </p:sp>
        <p:sp>
          <p:nvSpPr>
            <p:cNvPr id="45" name="Line 395">
              <a:extLst>
                <a:ext uri="{FF2B5EF4-FFF2-40B4-BE49-F238E27FC236}">
                  <a16:creationId xmlns:a16="http://schemas.microsoft.com/office/drawing/2014/main" id="{963E64E9-7342-48B1-97D8-6064DDC45515}"/>
                </a:ext>
              </a:extLst>
            </p:cNvPr>
            <p:cNvSpPr>
              <a:spLocks noChangeShapeType="1"/>
            </p:cNvSpPr>
            <p:nvPr/>
          </p:nvSpPr>
          <p:spPr bwMode="auto">
            <a:xfrm>
              <a:off x="2421" y="2826"/>
              <a:ext cx="67" cy="144"/>
            </a:xfrm>
            <a:prstGeom prst="line">
              <a:avLst/>
            </a:prstGeom>
            <a:noFill/>
            <a:ln w="1588">
              <a:solidFill>
                <a:srgbClr val="000000"/>
              </a:solidFill>
              <a:round/>
              <a:headEnd/>
              <a:tailEnd/>
            </a:ln>
          </p:spPr>
          <p:txBody>
            <a:bodyPr/>
            <a:lstStyle/>
            <a:p>
              <a:endParaRPr lang="zh-CN" altLang="en-US"/>
            </a:p>
          </p:txBody>
        </p:sp>
        <p:sp>
          <p:nvSpPr>
            <p:cNvPr id="46" name="Freeform 396">
              <a:extLst>
                <a:ext uri="{FF2B5EF4-FFF2-40B4-BE49-F238E27FC236}">
                  <a16:creationId xmlns:a16="http://schemas.microsoft.com/office/drawing/2014/main" id="{B30BEDCC-B998-4477-8C17-9E3824DC6ACD}"/>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1 w 101"/>
                <a:gd name="T13" fmla="*/ 1 h 80"/>
                <a:gd name="T14" fmla="*/ 1 w 101"/>
                <a:gd name="T15" fmla="*/ 1 h 80"/>
                <a:gd name="T16" fmla="*/ 1 w 101"/>
                <a:gd name="T17" fmla="*/ 1 h 80"/>
                <a:gd name="T18" fmla="*/ 1 w 101"/>
                <a:gd name="T19" fmla="*/ 1 h 80"/>
                <a:gd name="T20" fmla="*/ 1 w 101"/>
                <a:gd name="T21" fmla="*/ 1 h 80"/>
                <a:gd name="T22" fmla="*/ 1 w 101"/>
                <a:gd name="T23" fmla="*/ 1 h 80"/>
                <a:gd name="T24" fmla="*/ 1 w 101"/>
                <a:gd name="T25" fmla="*/ 1 h 80"/>
                <a:gd name="T26" fmla="*/ 1 w 101"/>
                <a:gd name="T27" fmla="*/ 1 h 80"/>
                <a:gd name="T28" fmla="*/ 1 w 101"/>
                <a:gd name="T29" fmla="*/ 1 h 80"/>
                <a:gd name="T30" fmla="*/ 1 w 101"/>
                <a:gd name="T31" fmla="*/ 1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1"/>
                <a:gd name="T70" fmla="*/ 0 h 80"/>
                <a:gd name="T71" fmla="*/ 101 w 101"/>
                <a:gd name="T72" fmla="*/ 80 h 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endParaRPr lang="zh-CN" altLang="en-US"/>
            </a:p>
          </p:txBody>
        </p:sp>
      </p:grpSp>
      <p:grpSp>
        <p:nvGrpSpPr>
          <p:cNvPr id="47" name="Group 398">
            <a:extLst>
              <a:ext uri="{FF2B5EF4-FFF2-40B4-BE49-F238E27FC236}">
                <a16:creationId xmlns:a16="http://schemas.microsoft.com/office/drawing/2014/main" id="{F6EBC352-BB18-482F-AAB8-6905B35866A0}"/>
              </a:ext>
            </a:extLst>
          </p:cNvPr>
          <p:cNvGrpSpPr>
            <a:grpSpLocks/>
          </p:cNvGrpSpPr>
          <p:nvPr/>
        </p:nvGrpSpPr>
        <p:grpSpPr bwMode="auto">
          <a:xfrm>
            <a:off x="10294937" y="4433887"/>
            <a:ext cx="223838" cy="254000"/>
            <a:chOff x="2274" y="2821"/>
            <a:chExt cx="215" cy="238"/>
          </a:xfrm>
        </p:grpSpPr>
        <p:sp>
          <p:nvSpPr>
            <p:cNvPr id="48" name="Freeform 399">
              <a:extLst>
                <a:ext uri="{FF2B5EF4-FFF2-40B4-BE49-F238E27FC236}">
                  <a16:creationId xmlns:a16="http://schemas.microsoft.com/office/drawing/2014/main" id="{03D4BFAF-4D41-47ED-9F8B-6A864DC0ED8D}"/>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1 w 430"/>
                <a:gd name="T7" fmla="*/ 1 h 50"/>
                <a:gd name="T8" fmla="*/ 1 w 430"/>
                <a:gd name="T9" fmla="*/ 1 h 50"/>
                <a:gd name="T10" fmla="*/ 1 w 430"/>
                <a:gd name="T11" fmla="*/ 1 h 50"/>
                <a:gd name="T12" fmla="*/ 1 w 430"/>
                <a:gd name="T13" fmla="*/ 0 h 50"/>
                <a:gd name="T14" fmla="*/ 1 w 430"/>
                <a:gd name="T15" fmla="*/ 0 h 50"/>
                <a:gd name="T16" fmla="*/ 1 w 430"/>
                <a:gd name="T17" fmla="*/ 1 h 50"/>
                <a:gd name="T18" fmla="*/ 1 w 430"/>
                <a:gd name="T19" fmla="*/ 1 h 50"/>
                <a:gd name="T20" fmla="*/ 1 w 430"/>
                <a:gd name="T21" fmla="*/ 1 h 50"/>
                <a:gd name="T22" fmla="*/ 1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0"/>
                <a:gd name="T37" fmla="*/ 0 h 50"/>
                <a:gd name="T38" fmla="*/ 430 w 430"/>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w="9525">
              <a:noFill/>
              <a:round/>
              <a:headEnd/>
              <a:tailEnd/>
            </a:ln>
          </p:spPr>
          <p:txBody>
            <a:bodyPr/>
            <a:lstStyle/>
            <a:p>
              <a:endParaRPr lang="zh-CN" altLang="en-US"/>
            </a:p>
          </p:txBody>
        </p:sp>
        <p:sp>
          <p:nvSpPr>
            <p:cNvPr id="49" name="Line 400">
              <a:extLst>
                <a:ext uri="{FF2B5EF4-FFF2-40B4-BE49-F238E27FC236}">
                  <a16:creationId xmlns:a16="http://schemas.microsoft.com/office/drawing/2014/main" id="{67FD16DB-3ED2-4264-A210-CD88B91C1BE9}"/>
                </a:ext>
              </a:extLst>
            </p:cNvPr>
            <p:cNvSpPr>
              <a:spLocks noChangeShapeType="1"/>
            </p:cNvSpPr>
            <p:nvPr/>
          </p:nvSpPr>
          <p:spPr bwMode="auto">
            <a:xfrm>
              <a:off x="2317" y="2951"/>
              <a:ext cx="30" cy="1"/>
            </a:xfrm>
            <a:prstGeom prst="line">
              <a:avLst/>
            </a:prstGeom>
            <a:noFill/>
            <a:ln w="6350">
              <a:solidFill>
                <a:srgbClr val="000000"/>
              </a:solidFill>
              <a:round/>
              <a:headEnd/>
              <a:tailEnd/>
            </a:ln>
          </p:spPr>
          <p:txBody>
            <a:bodyPr/>
            <a:lstStyle/>
            <a:p>
              <a:endParaRPr lang="zh-CN" altLang="en-US"/>
            </a:p>
          </p:txBody>
        </p:sp>
        <p:sp>
          <p:nvSpPr>
            <p:cNvPr id="50" name="Freeform 401">
              <a:extLst>
                <a:ext uri="{FF2B5EF4-FFF2-40B4-BE49-F238E27FC236}">
                  <a16:creationId xmlns:a16="http://schemas.microsoft.com/office/drawing/2014/main" id="{188B948B-EF73-4B99-8779-3E4CABE5DF58}"/>
                </a:ext>
              </a:extLst>
            </p:cNvPr>
            <p:cNvSpPr>
              <a:spLocks/>
            </p:cNvSpPr>
            <p:nvPr/>
          </p:nvSpPr>
          <p:spPr bwMode="auto">
            <a:xfrm>
              <a:off x="2317" y="2923"/>
              <a:ext cx="44" cy="109"/>
            </a:xfrm>
            <a:custGeom>
              <a:avLst/>
              <a:gdLst>
                <a:gd name="T0" fmla="*/ 1 w 87"/>
                <a:gd name="T1" fmla="*/ 0 h 219"/>
                <a:gd name="T2" fmla="*/ 0 w 87"/>
                <a:gd name="T3" fmla="*/ 0 h 219"/>
                <a:gd name="T4" fmla="*/ 1 w 87"/>
                <a:gd name="T5" fmla="*/ 0 h 219"/>
                <a:gd name="T6" fmla="*/ 0 60000 65536"/>
                <a:gd name="T7" fmla="*/ 0 60000 65536"/>
                <a:gd name="T8" fmla="*/ 0 60000 65536"/>
                <a:gd name="T9" fmla="*/ 0 w 87"/>
                <a:gd name="T10" fmla="*/ 0 h 219"/>
                <a:gd name="T11" fmla="*/ 87 w 87"/>
                <a:gd name="T12" fmla="*/ 219 h 219"/>
              </a:gdLst>
              <a:ahLst/>
              <a:cxnLst>
                <a:cxn ang="T6">
                  <a:pos x="T0" y="T1"/>
                </a:cxn>
                <a:cxn ang="T7">
                  <a:pos x="T2" y="T3"/>
                </a:cxn>
                <a:cxn ang="T8">
                  <a:pos x="T4" y="T5"/>
                </a:cxn>
              </a:cxnLst>
              <a:rect l="T9" t="T10" r="T11" b="T12"/>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endParaRPr lang="zh-CN" altLang="en-US"/>
            </a:p>
          </p:txBody>
        </p:sp>
        <p:sp>
          <p:nvSpPr>
            <p:cNvPr id="51" name="Line 402">
              <a:extLst>
                <a:ext uri="{FF2B5EF4-FFF2-40B4-BE49-F238E27FC236}">
                  <a16:creationId xmlns:a16="http://schemas.microsoft.com/office/drawing/2014/main" id="{6ACF7B1E-4EA5-4EA9-BC92-4C2B1E97A018}"/>
                </a:ext>
              </a:extLst>
            </p:cNvPr>
            <p:cNvSpPr>
              <a:spLocks noChangeShapeType="1"/>
            </p:cNvSpPr>
            <p:nvPr/>
          </p:nvSpPr>
          <p:spPr bwMode="auto">
            <a:xfrm flipV="1">
              <a:off x="2300" y="2951"/>
              <a:ext cx="47" cy="83"/>
            </a:xfrm>
            <a:prstGeom prst="line">
              <a:avLst/>
            </a:prstGeom>
            <a:noFill/>
            <a:ln w="6350">
              <a:solidFill>
                <a:srgbClr val="000000"/>
              </a:solidFill>
              <a:round/>
              <a:headEnd/>
              <a:tailEnd/>
            </a:ln>
          </p:spPr>
          <p:txBody>
            <a:bodyPr/>
            <a:lstStyle/>
            <a:p>
              <a:endParaRPr lang="zh-CN" altLang="en-US"/>
            </a:p>
          </p:txBody>
        </p:sp>
        <p:sp>
          <p:nvSpPr>
            <p:cNvPr id="52" name="Freeform 403">
              <a:extLst>
                <a:ext uri="{FF2B5EF4-FFF2-40B4-BE49-F238E27FC236}">
                  <a16:creationId xmlns:a16="http://schemas.microsoft.com/office/drawing/2014/main" id="{453AC6D7-7F0B-4AD7-804A-D72BDC2EF9A0}"/>
                </a:ext>
              </a:extLst>
            </p:cNvPr>
            <p:cNvSpPr>
              <a:spLocks/>
            </p:cNvSpPr>
            <p:nvPr/>
          </p:nvSpPr>
          <p:spPr bwMode="auto">
            <a:xfrm>
              <a:off x="2317" y="3005"/>
              <a:ext cx="86" cy="27"/>
            </a:xfrm>
            <a:custGeom>
              <a:avLst/>
              <a:gdLst>
                <a:gd name="T0" fmla="*/ 1 w 172"/>
                <a:gd name="T1" fmla="*/ 0 h 55"/>
                <a:gd name="T2" fmla="*/ 0 w 172"/>
                <a:gd name="T3" fmla="*/ 0 h 55"/>
                <a:gd name="T4" fmla="*/ 1 w 172"/>
                <a:gd name="T5" fmla="*/ 0 h 55"/>
                <a:gd name="T6" fmla="*/ 1 w 172"/>
                <a:gd name="T7" fmla="*/ 0 h 55"/>
                <a:gd name="T8" fmla="*/ 0 60000 65536"/>
                <a:gd name="T9" fmla="*/ 0 60000 65536"/>
                <a:gd name="T10" fmla="*/ 0 60000 65536"/>
                <a:gd name="T11" fmla="*/ 0 60000 65536"/>
                <a:gd name="T12" fmla="*/ 0 w 172"/>
                <a:gd name="T13" fmla="*/ 0 h 55"/>
                <a:gd name="T14" fmla="*/ 172 w 172"/>
                <a:gd name="T15" fmla="*/ 55 h 55"/>
              </a:gdLst>
              <a:ahLst/>
              <a:cxnLst>
                <a:cxn ang="T8">
                  <a:pos x="T0" y="T1"/>
                </a:cxn>
                <a:cxn ang="T9">
                  <a:pos x="T2" y="T3"/>
                </a:cxn>
                <a:cxn ang="T10">
                  <a:pos x="T4" y="T5"/>
                </a:cxn>
                <a:cxn ang="T11">
                  <a:pos x="T6" y="T7"/>
                </a:cxn>
              </a:cxnLst>
              <a:rect l="T12" t="T13" r="T14" b="T15"/>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endParaRPr lang="zh-CN" altLang="en-US"/>
            </a:p>
          </p:txBody>
        </p:sp>
        <p:sp>
          <p:nvSpPr>
            <p:cNvPr id="53" name="Line 404">
              <a:extLst>
                <a:ext uri="{FF2B5EF4-FFF2-40B4-BE49-F238E27FC236}">
                  <a16:creationId xmlns:a16="http://schemas.microsoft.com/office/drawing/2014/main" id="{3C0C31C7-13BC-4128-9C75-E9C49167DA14}"/>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p:spPr>
          <p:txBody>
            <a:bodyPr/>
            <a:lstStyle/>
            <a:p>
              <a:endParaRPr lang="zh-CN" altLang="en-US"/>
            </a:p>
          </p:txBody>
        </p:sp>
        <p:sp>
          <p:nvSpPr>
            <p:cNvPr id="54" name="Freeform 405">
              <a:extLst>
                <a:ext uri="{FF2B5EF4-FFF2-40B4-BE49-F238E27FC236}">
                  <a16:creationId xmlns:a16="http://schemas.microsoft.com/office/drawing/2014/main" id="{0D5F42C1-C017-4D40-9E1D-513114008D86}"/>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1 w 430"/>
                <a:gd name="T7" fmla="*/ 1 h 50"/>
                <a:gd name="T8" fmla="*/ 1 w 430"/>
                <a:gd name="T9" fmla="*/ 1 h 50"/>
                <a:gd name="T10" fmla="*/ 1 w 430"/>
                <a:gd name="T11" fmla="*/ 1 h 50"/>
                <a:gd name="T12" fmla="*/ 1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0"/>
                <a:gd name="T28" fmla="*/ 0 h 50"/>
                <a:gd name="T29" fmla="*/ 430 w 430"/>
                <a:gd name="T30" fmla="*/ 50 h 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endParaRPr lang="zh-CN" altLang="en-US"/>
            </a:p>
          </p:txBody>
        </p:sp>
        <p:sp>
          <p:nvSpPr>
            <p:cNvPr id="55" name="Freeform 406">
              <a:extLst>
                <a:ext uri="{FF2B5EF4-FFF2-40B4-BE49-F238E27FC236}">
                  <a16:creationId xmlns:a16="http://schemas.microsoft.com/office/drawing/2014/main" id="{6FC5FC19-68B0-4C13-B8B1-D1D2139DCEE1}"/>
                </a:ext>
              </a:extLst>
            </p:cNvPr>
            <p:cNvSpPr>
              <a:spLocks/>
            </p:cNvSpPr>
            <p:nvPr/>
          </p:nvSpPr>
          <p:spPr bwMode="auto">
            <a:xfrm>
              <a:off x="2290" y="3043"/>
              <a:ext cx="171" cy="1"/>
            </a:xfrm>
            <a:custGeom>
              <a:avLst/>
              <a:gdLst>
                <a:gd name="T0" fmla="*/ 0 w 343"/>
                <a:gd name="T1" fmla="*/ 0 h 1"/>
                <a:gd name="T2" fmla="*/ 0 w 343"/>
                <a:gd name="T3" fmla="*/ 0 h 1"/>
                <a:gd name="T4" fmla="*/ 0 w 343"/>
                <a:gd name="T5" fmla="*/ 0 h 1"/>
                <a:gd name="T6" fmla="*/ 0 60000 65536"/>
                <a:gd name="T7" fmla="*/ 0 60000 65536"/>
                <a:gd name="T8" fmla="*/ 0 60000 65536"/>
                <a:gd name="T9" fmla="*/ 0 w 343"/>
                <a:gd name="T10" fmla="*/ 0 h 1"/>
                <a:gd name="T11" fmla="*/ 343 w 343"/>
                <a:gd name="T12" fmla="*/ 1 h 1"/>
              </a:gdLst>
              <a:ahLst/>
              <a:cxnLst>
                <a:cxn ang="T6">
                  <a:pos x="T0" y="T1"/>
                </a:cxn>
                <a:cxn ang="T7">
                  <a:pos x="T2" y="T3"/>
                </a:cxn>
                <a:cxn ang="T8">
                  <a:pos x="T4" y="T5"/>
                </a:cxn>
              </a:cxnLst>
              <a:rect l="T9" t="T10" r="T11" b="T12"/>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endParaRPr lang="zh-CN" altLang="en-US"/>
            </a:p>
          </p:txBody>
        </p:sp>
        <p:sp>
          <p:nvSpPr>
            <p:cNvPr id="56" name="Rectangle 407">
              <a:extLst>
                <a:ext uri="{FF2B5EF4-FFF2-40B4-BE49-F238E27FC236}">
                  <a16:creationId xmlns:a16="http://schemas.microsoft.com/office/drawing/2014/main" id="{7E0719E5-9430-4A12-BC0C-222747FD1CE9}"/>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eaLnBrk="0" hangingPunct="0"/>
              <a:endParaRPr lang="en-US" altLang="zh-CN">
                <a:ea typeface="ＭＳ Ｐゴシック" pitchFamily="34" charset="-128"/>
              </a:endParaRPr>
            </a:p>
          </p:txBody>
        </p:sp>
        <p:sp>
          <p:nvSpPr>
            <p:cNvPr id="57" name="Freeform 408">
              <a:extLst>
                <a:ext uri="{FF2B5EF4-FFF2-40B4-BE49-F238E27FC236}">
                  <a16:creationId xmlns:a16="http://schemas.microsoft.com/office/drawing/2014/main" id="{1C6A2E9E-A6DF-43BA-8579-53ED0C3295E3}"/>
                </a:ext>
              </a:extLst>
            </p:cNvPr>
            <p:cNvSpPr>
              <a:spLocks noEditPoints="1"/>
            </p:cNvSpPr>
            <p:nvPr/>
          </p:nvSpPr>
          <p:spPr bwMode="auto">
            <a:xfrm>
              <a:off x="2281" y="2821"/>
              <a:ext cx="208" cy="175"/>
            </a:xfrm>
            <a:custGeom>
              <a:avLst/>
              <a:gdLst>
                <a:gd name="T0" fmla="*/ 1 w 415"/>
                <a:gd name="T1" fmla="*/ 1 h 350"/>
                <a:gd name="T2" fmla="*/ 1 w 415"/>
                <a:gd name="T3" fmla="*/ 1 h 350"/>
                <a:gd name="T4" fmla="*/ 1 w 415"/>
                <a:gd name="T5" fmla="*/ 1 h 350"/>
                <a:gd name="T6" fmla="*/ 1 w 415"/>
                <a:gd name="T7" fmla="*/ 1 h 350"/>
                <a:gd name="T8" fmla="*/ 1 w 415"/>
                <a:gd name="T9" fmla="*/ 1 h 350"/>
                <a:gd name="T10" fmla="*/ 1 w 415"/>
                <a:gd name="T11" fmla="*/ 1 h 350"/>
                <a:gd name="T12" fmla="*/ 1 w 415"/>
                <a:gd name="T13" fmla="*/ 1 h 350"/>
                <a:gd name="T14" fmla="*/ 1 w 415"/>
                <a:gd name="T15" fmla="*/ 1 h 350"/>
                <a:gd name="T16" fmla="*/ 1 w 415"/>
                <a:gd name="T17" fmla="*/ 1 h 350"/>
                <a:gd name="T18" fmla="*/ 1 w 415"/>
                <a:gd name="T19" fmla="*/ 1 h 350"/>
                <a:gd name="T20" fmla="*/ 1 w 415"/>
                <a:gd name="T21" fmla="*/ 1 h 350"/>
                <a:gd name="T22" fmla="*/ 1 w 415"/>
                <a:gd name="T23" fmla="*/ 1 h 350"/>
                <a:gd name="T24" fmla="*/ 1 w 415"/>
                <a:gd name="T25" fmla="*/ 1 h 350"/>
                <a:gd name="T26" fmla="*/ 1 w 415"/>
                <a:gd name="T27" fmla="*/ 1 h 350"/>
                <a:gd name="T28" fmla="*/ 1 w 415"/>
                <a:gd name="T29" fmla="*/ 1 h 350"/>
                <a:gd name="T30" fmla="*/ 1 w 415"/>
                <a:gd name="T31" fmla="*/ 1 h 350"/>
                <a:gd name="T32" fmla="*/ 1 w 415"/>
                <a:gd name="T33" fmla="*/ 1 h 350"/>
                <a:gd name="T34" fmla="*/ 1 w 415"/>
                <a:gd name="T35" fmla="*/ 1 h 350"/>
                <a:gd name="T36" fmla="*/ 1 w 415"/>
                <a:gd name="T37" fmla="*/ 1 h 350"/>
                <a:gd name="T38" fmla="*/ 1 w 415"/>
                <a:gd name="T39" fmla="*/ 1 h 350"/>
                <a:gd name="T40" fmla="*/ 1 w 415"/>
                <a:gd name="T41" fmla="*/ 1 h 350"/>
                <a:gd name="T42" fmla="*/ 1 w 415"/>
                <a:gd name="T43" fmla="*/ 1 h 350"/>
                <a:gd name="T44" fmla="*/ 1 w 415"/>
                <a:gd name="T45" fmla="*/ 1 h 350"/>
                <a:gd name="T46" fmla="*/ 1 w 415"/>
                <a:gd name="T47" fmla="*/ 0 h 350"/>
                <a:gd name="T48" fmla="*/ 1 w 415"/>
                <a:gd name="T49" fmla="*/ 1 h 350"/>
                <a:gd name="T50" fmla="*/ 1 w 415"/>
                <a:gd name="T51" fmla="*/ 1 h 350"/>
                <a:gd name="T52" fmla="*/ 1 w 415"/>
                <a:gd name="T53" fmla="*/ 1 h 350"/>
                <a:gd name="T54" fmla="*/ 1 w 415"/>
                <a:gd name="T55" fmla="*/ 1 h 350"/>
                <a:gd name="T56" fmla="*/ 1 w 415"/>
                <a:gd name="T57" fmla="*/ 1 h 350"/>
                <a:gd name="T58" fmla="*/ 1 w 415"/>
                <a:gd name="T59" fmla="*/ 1 h 350"/>
                <a:gd name="T60" fmla="*/ 1 w 415"/>
                <a:gd name="T61" fmla="*/ 1 h 350"/>
                <a:gd name="T62" fmla="*/ 1 w 415"/>
                <a:gd name="T63" fmla="*/ 1 h 350"/>
                <a:gd name="T64" fmla="*/ 1 w 415"/>
                <a:gd name="T65" fmla="*/ 1 h 350"/>
                <a:gd name="T66" fmla="*/ 1 w 415"/>
                <a:gd name="T67" fmla="*/ 1 h 350"/>
                <a:gd name="T68" fmla="*/ 1 w 415"/>
                <a:gd name="T69" fmla="*/ 1 h 350"/>
                <a:gd name="T70" fmla="*/ 1 w 415"/>
                <a:gd name="T71" fmla="*/ 1 h 350"/>
                <a:gd name="T72" fmla="*/ 1 w 415"/>
                <a:gd name="T73" fmla="*/ 1 h 350"/>
                <a:gd name="T74" fmla="*/ 1 w 415"/>
                <a:gd name="T75" fmla="*/ 1 h 350"/>
                <a:gd name="T76" fmla="*/ 1 w 415"/>
                <a:gd name="T77" fmla="*/ 1 h 350"/>
                <a:gd name="T78" fmla="*/ 1 w 415"/>
                <a:gd name="T79" fmla="*/ 1 h 350"/>
                <a:gd name="T80" fmla="*/ 1 w 415"/>
                <a:gd name="T81" fmla="*/ 1 h 350"/>
                <a:gd name="T82" fmla="*/ 1 w 415"/>
                <a:gd name="T83" fmla="*/ 1 h 350"/>
                <a:gd name="T84" fmla="*/ 1 w 415"/>
                <a:gd name="T85" fmla="*/ 1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15"/>
                <a:gd name="T136" fmla="*/ 0 h 350"/>
                <a:gd name="T137" fmla="*/ 415 w 415"/>
                <a:gd name="T138" fmla="*/ 350 h 35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endParaRPr lang="zh-CN" altLang="en-US"/>
            </a:p>
          </p:txBody>
        </p:sp>
        <p:sp>
          <p:nvSpPr>
            <p:cNvPr id="58" name="Line 409">
              <a:extLst>
                <a:ext uri="{FF2B5EF4-FFF2-40B4-BE49-F238E27FC236}">
                  <a16:creationId xmlns:a16="http://schemas.microsoft.com/office/drawing/2014/main" id="{6575BC12-F7E7-4A20-8912-1D9D8A88B105}"/>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p:spPr>
          <p:txBody>
            <a:bodyPr/>
            <a:lstStyle/>
            <a:p>
              <a:endParaRPr lang="zh-CN" altLang="en-US"/>
            </a:p>
          </p:txBody>
        </p:sp>
        <p:sp>
          <p:nvSpPr>
            <p:cNvPr id="59" name="Line 410">
              <a:extLst>
                <a:ext uri="{FF2B5EF4-FFF2-40B4-BE49-F238E27FC236}">
                  <a16:creationId xmlns:a16="http://schemas.microsoft.com/office/drawing/2014/main" id="{F7EB7330-22C9-4AC9-BB9A-81EAFA29B9D7}"/>
                </a:ext>
              </a:extLst>
            </p:cNvPr>
            <p:cNvSpPr>
              <a:spLocks noChangeShapeType="1"/>
            </p:cNvSpPr>
            <p:nvPr/>
          </p:nvSpPr>
          <p:spPr bwMode="auto">
            <a:xfrm flipH="1">
              <a:off x="2372" y="2826"/>
              <a:ext cx="49" cy="102"/>
            </a:xfrm>
            <a:prstGeom prst="line">
              <a:avLst/>
            </a:prstGeom>
            <a:noFill/>
            <a:ln w="1588">
              <a:solidFill>
                <a:srgbClr val="000000"/>
              </a:solidFill>
              <a:round/>
              <a:headEnd/>
              <a:tailEnd/>
            </a:ln>
          </p:spPr>
          <p:txBody>
            <a:bodyPr/>
            <a:lstStyle/>
            <a:p>
              <a:endParaRPr lang="zh-CN" altLang="en-US"/>
            </a:p>
          </p:txBody>
        </p:sp>
        <p:sp>
          <p:nvSpPr>
            <p:cNvPr id="60" name="Line 411">
              <a:extLst>
                <a:ext uri="{FF2B5EF4-FFF2-40B4-BE49-F238E27FC236}">
                  <a16:creationId xmlns:a16="http://schemas.microsoft.com/office/drawing/2014/main" id="{64919E83-5CB7-4B24-9BB2-9A3ED933BC4C}"/>
                </a:ext>
              </a:extLst>
            </p:cNvPr>
            <p:cNvSpPr>
              <a:spLocks noChangeShapeType="1"/>
            </p:cNvSpPr>
            <p:nvPr/>
          </p:nvSpPr>
          <p:spPr bwMode="auto">
            <a:xfrm>
              <a:off x="2421" y="2826"/>
              <a:ext cx="67" cy="144"/>
            </a:xfrm>
            <a:prstGeom prst="line">
              <a:avLst/>
            </a:prstGeom>
            <a:noFill/>
            <a:ln w="1588">
              <a:solidFill>
                <a:srgbClr val="000000"/>
              </a:solidFill>
              <a:round/>
              <a:headEnd/>
              <a:tailEnd/>
            </a:ln>
          </p:spPr>
          <p:txBody>
            <a:bodyPr/>
            <a:lstStyle/>
            <a:p>
              <a:endParaRPr lang="zh-CN" altLang="en-US"/>
            </a:p>
          </p:txBody>
        </p:sp>
        <p:sp>
          <p:nvSpPr>
            <p:cNvPr id="61" name="Freeform 412">
              <a:extLst>
                <a:ext uri="{FF2B5EF4-FFF2-40B4-BE49-F238E27FC236}">
                  <a16:creationId xmlns:a16="http://schemas.microsoft.com/office/drawing/2014/main" id="{0A4A0620-B453-4DDF-AFF4-6A3DEB5DEC62}"/>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1 w 101"/>
                <a:gd name="T13" fmla="*/ 1 h 80"/>
                <a:gd name="T14" fmla="*/ 1 w 101"/>
                <a:gd name="T15" fmla="*/ 1 h 80"/>
                <a:gd name="T16" fmla="*/ 1 w 101"/>
                <a:gd name="T17" fmla="*/ 1 h 80"/>
                <a:gd name="T18" fmla="*/ 1 w 101"/>
                <a:gd name="T19" fmla="*/ 1 h 80"/>
                <a:gd name="T20" fmla="*/ 1 w 101"/>
                <a:gd name="T21" fmla="*/ 1 h 80"/>
                <a:gd name="T22" fmla="*/ 1 w 101"/>
                <a:gd name="T23" fmla="*/ 1 h 80"/>
                <a:gd name="T24" fmla="*/ 1 w 101"/>
                <a:gd name="T25" fmla="*/ 1 h 80"/>
                <a:gd name="T26" fmla="*/ 1 w 101"/>
                <a:gd name="T27" fmla="*/ 1 h 80"/>
                <a:gd name="T28" fmla="*/ 1 w 101"/>
                <a:gd name="T29" fmla="*/ 1 h 80"/>
                <a:gd name="T30" fmla="*/ 1 w 101"/>
                <a:gd name="T31" fmla="*/ 1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1"/>
                <a:gd name="T70" fmla="*/ 0 h 80"/>
                <a:gd name="T71" fmla="*/ 101 w 101"/>
                <a:gd name="T72" fmla="*/ 80 h 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endParaRPr lang="zh-CN" altLang="en-US"/>
            </a:p>
          </p:txBody>
        </p:sp>
      </p:grpSp>
      <p:grpSp>
        <p:nvGrpSpPr>
          <p:cNvPr id="62" name="Group 413">
            <a:extLst>
              <a:ext uri="{FF2B5EF4-FFF2-40B4-BE49-F238E27FC236}">
                <a16:creationId xmlns:a16="http://schemas.microsoft.com/office/drawing/2014/main" id="{2784892B-1CC7-47C6-9CBE-E7C26F5CE5FA}"/>
              </a:ext>
            </a:extLst>
          </p:cNvPr>
          <p:cNvGrpSpPr>
            <a:grpSpLocks/>
          </p:cNvGrpSpPr>
          <p:nvPr/>
        </p:nvGrpSpPr>
        <p:grpSpPr bwMode="auto">
          <a:xfrm flipH="1">
            <a:off x="10674350" y="4462462"/>
            <a:ext cx="298450" cy="211138"/>
            <a:chOff x="2274" y="2821"/>
            <a:chExt cx="215" cy="238"/>
          </a:xfrm>
        </p:grpSpPr>
        <p:sp>
          <p:nvSpPr>
            <p:cNvPr id="63" name="Freeform 414">
              <a:extLst>
                <a:ext uri="{FF2B5EF4-FFF2-40B4-BE49-F238E27FC236}">
                  <a16:creationId xmlns:a16="http://schemas.microsoft.com/office/drawing/2014/main" id="{E8F7435E-51CE-4692-9DC8-4626D3D9252C}"/>
                </a:ext>
              </a:extLst>
            </p:cNvPr>
            <p:cNvSpPr>
              <a:spLocks noEditPoints="1"/>
            </p:cNvSpPr>
            <p:nvPr/>
          </p:nvSpPr>
          <p:spPr bwMode="auto">
            <a:xfrm>
              <a:off x="2274" y="3034"/>
              <a:ext cx="215" cy="25"/>
            </a:xfrm>
            <a:custGeom>
              <a:avLst/>
              <a:gdLst>
                <a:gd name="T0" fmla="*/ 1 w 430"/>
                <a:gd name="T1" fmla="*/ 1 h 50"/>
                <a:gd name="T2" fmla="*/ 0 w 430"/>
                <a:gd name="T3" fmla="*/ 1 h 50"/>
                <a:gd name="T4" fmla="*/ 0 w 430"/>
                <a:gd name="T5" fmla="*/ 1 h 50"/>
                <a:gd name="T6" fmla="*/ 1 w 430"/>
                <a:gd name="T7" fmla="*/ 1 h 50"/>
                <a:gd name="T8" fmla="*/ 1 w 430"/>
                <a:gd name="T9" fmla="*/ 1 h 50"/>
                <a:gd name="T10" fmla="*/ 1 w 430"/>
                <a:gd name="T11" fmla="*/ 1 h 50"/>
                <a:gd name="T12" fmla="*/ 1 w 430"/>
                <a:gd name="T13" fmla="*/ 0 h 50"/>
                <a:gd name="T14" fmla="*/ 1 w 430"/>
                <a:gd name="T15" fmla="*/ 0 h 50"/>
                <a:gd name="T16" fmla="*/ 1 w 430"/>
                <a:gd name="T17" fmla="*/ 1 h 50"/>
                <a:gd name="T18" fmla="*/ 1 w 430"/>
                <a:gd name="T19" fmla="*/ 1 h 50"/>
                <a:gd name="T20" fmla="*/ 1 w 430"/>
                <a:gd name="T21" fmla="*/ 1 h 50"/>
                <a:gd name="T22" fmla="*/ 1 w 430"/>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30"/>
                <a:gd name="T37" fmla="*/ 0 h 50"/>
                <a:gd name="T38" fmla="*/ 430 w 430"/>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30" h="50">
                  <a:moveTo>
                    <a:pt x="26" y="18"/>
                  </a:moveTo>
                  <a:lnTo>
                    <a:pt x="0" y="18"/>
                  </a:lnTo>
                  <a:lnTo>
                    <a:pt x="0" y="50"/>
                  </a:lnTo>
                  <a:lnTo>
                    <a:pt x="430" y="50"/>
                  </a:lnTo>
                  <a:lnTo>
                    <a:pt x="430" y="18"/>
                  </a:lnTo>
                  <a:lnTo>
                    <a:pt x="376" y="18"/>
                  </a:lnTo>
                  <a:lnTo>
                    <a:pt x="376" y="0"/>
                  </a:lnTo>
                  <a:lnTo>
                    <a:pt x="26" y="0"/>
                  </a:lnTo>
                  <a:lnTo>
                    <a:pt x="26" y="18"/>
                  </a:lnTo>
                  <a:close/>
                  <a:moveTo>
                    <a:pt x="376" y="18"/>
                  </a:moveTo>
                  <a:lnTo>
                    <a:pt x="33" y="18"/>
                  </a:lnTo>
                  <a:lnTo>
                    <a:pt x="376" y="18"/>
                  </a:lnTo>
                  <a:close/>
                </a:path>
              </a:pathLst>
            </a:custGeom>
            <a:solidFill>
              <a:srgbClr val="3333FF"/>
            </a:solidFill>
            <a:ln w="9525">
              <a:noFill/>
              <a:round/>
              <a:headEnd/>
              <a:tailEnd/>
            </a:ln>
          </p:spPr>
          <p:txBody>
            <a:bodyPr/>
            <a:lstStyle/>
            <a:p>
              <a:endParaRPr lang="zh-CN" altLang="en-US"/>
            </a:p>
          </p:txBody>
        </p:sp>
        <p:sp>
          <p:nvSpPr>
            <p:cNvPr id="64" name="Line 415">
              <a:extLst>
                <a:ext uri="{FF2B5EF4-FFF2-40B4-BE49-F238E27FC236}">
                  <a16:creationId xmlns:a16="http://schemas.microsoft.com/office/drawing/2014/main" id="{C57012F0-65F8-4B77-BD84-042A49D8EF0D}"/>
                </a:ext>
              </a:extLst>
            </p:cNvPr>
            <p:cNvSpPr>
              <a:spLocks noChangeShapeType="1"/>
            </p:cNvSpPr>
            <p:nvPr/>
          </p:nvSpPr>
          <p:spPr bwMode="auto">
            <a:xfrm>
              <a:off x="2317" y="2951"/>
              <a:ext cx="30" cy="1"/>
            </a:xfrm>
            <a:prstGeom prst="line">
              <a:avLst/>
            </a:prstGeom>
            <a:noFill/>
            <a:ln w="6350">
              <a:solidFill>
                <a:srgbClr val="000000"/>
              </a:solidFill>
              <a:round/>
              <a:headEnd/>
              <a:tailEnd/>
            </a:ln>
          </p:spPr>
          <p:txBody>
            <a:bodyPr/>
            <a:lstStyle/>
            <a:p>
              <a:endParaRPr lang="zh-CN" altLang="en-US"/>
            </a:p>
          </p:txBody>
        </p:sp>
        <p:sp>
          <p:nvSpPr>
            <p:cNvPr id="65" name="Freeform 416">
              <a:extLst>
                <a:ext uri="{FF2B5EF4-FFF2-40B4-BE49-F238E27FC236}">
                  <a16:creationId xmlns:a16="http://schemas.microsoft.com/office/drawing/2014/main" id="{6E924966-6DDA-45F0-8DD8-A88E7FBC6477}"/>
                </a:ext>
              </a:extLst>
            </p:cNvPr>
            <p:cNvSpPr>
              <a:spLocks/>
            </p:cNvSpPr>
            <p:nvPr/>
          </p:nvSpPr>
          <p:spPr bwMode="auto">
            <a:xfrm>
              <a:off x="2317" y="2923"/>
              <a:ext cx="44" cy="109"/>
            </a:xfrm>
            <a:custGeom>
              <a:avLst/>
              <a:gdLst>
                <a:gd name="T0" fmla="*/ 1 w 87"/>
                <a:gd name="T1" fmla="*/ 0 h 219"/>
                <a:gd name="T2" fmla="*/ 0 w 87"/>
                <a:gd name="T3" fmla="*/ 0 h 219"/>
                <a:gd name="T4" fmla="*/ 1 w 87"/>
                <a:gd name="T5" fmla="*/ 0 h 219"/>
                <a:gd name="T6" fmla="*/ 0 60000 65536"/>
                <a:gd name="T7" fmla="*/ 0 60000 65536"/>
                <a:gd name="T8" fmla="*/ 0 60000 65536"/>
                <a:gd name="T9" fmla="*/ 0 w 87"/>
                <a:gd name="T10" fmla="*/ 0 h 219"/>
                <a:gd name="T11" fmla="*/ 87 w 87"/>
                <a:gd name="T12" fmla="*/ 219 h 219"/>
              </a:gdLst>
              <a:ahLst/>
              <a:cxnLst>
                <a:cxn ang="T6">
                  <a:pos x="T0" y="T1"/>
                </a:cxn>
                <a:cxn ang="T7">
                  <a:pos x="T2" y="T3"/>
                </a:cxn>
                <a:cxn ang="T8">
                  <a:pos x="T4" y="T5"/>
                </a:cxn>
              </a:cxnLst>
              <a:rect l="T9" t="T10" r="T11" b="T12"/>
              <a:pathLst>
                <a:path w="87" h="219">
                  <a:moveTo>
                    <a:pt x="87" y="219"/>
                  </a:moveTo>
                  <a:lnTo>
                    <a:pt x="0" y="55"/>
                  </a:lnTo>
                  <a:lnTo>
                    <a:pt x="28" y="0"/>
                  </a:lnTo>
                </a:path>
              </a:pathLst>
            </a:custGeom>
            <a:solidFill>
              <a:srgbClr val="3333FF"/>
            </a:solidFill>
            <a:ln w="6350">
              <a:solidFill>
                <a:srgbClr val="000000"/>
              </a:solidFill>
              <a:prstDash val="solid"/>
              <a:round/>
              <a:headEnd/>
              <a:tailEnd/>
            </a:ln>
          </p:spPr>
          <p:txBody>
            <a:bodyPr/>
            <a:lstStyle/>
            <a:p>
              <a:endParaRPr lang="zh-CN" altLang="en-US"/>
            </a:p>
          </p:txBody>
        </p:sp>
        <p:sp>
          <p:nvSpPr>
            <p:cNvPr id="66" name="Line 417">
              <a:extLst>
                <a:ext uri="{FF2B5EF4-FFF2-40B4-BE49-F238E27FC236}">
                  <a16:creationId xmlns:a16="http://schemas.microsoft.com/office/drawing/2014/main" id="{88A3FA50-2B34-4C2A-9B61-07B612D11C8E}"/>
                </a:ext>
              </a:extLst>
            </p:cNvPr>
            <p:cNvSpPr>
              <a:spLocks noChangeShapeType="1"/>
            </p:cNvSpPr>
            <p:nvPr/>
          </p:nvSpPr>
          <p:spPr bwMode="auto">
            <a:xfrm flipV="1">
              <a:off x="2300" y="2951"/>
              <a:ext cx="47" cy="83"/>
            </a:xfrm>
            <a:prstGeom prst="line">
              <a:avLst/>
            </a:prstGeom>
            <a:noFill/>
            <a:ln w="6350">
              <a:solidFill>
                <a:srgbClr val="000000"/>
              </a:solidFill>
              <a:round/>
              <a:headEnd/>
              <a:tailEnd/>
            </a:ln>
          </p:spPr>
          <p:txBody>
            <a:bodyPr/>
            <a:lstStyle/>
            <a:p>
              <a:endParaRPr lang="zh-CN" altLang="en-US"/>
            </a:p>
          </p:txBody>
        </p:sp>
        <p:sp>
          <p:nvSpPr>
            <p:cNvPr id="67" name="Freeform 418">
              <a:extLst>
                <a:ext uri="{FF2B5EF4-FFF2-40B4-BE49-F238E27FC236}">
                  <a16:creationId xmlns:a16="http://schemas.microsoft.com/office/drawing/2014/main" id="{D303A1E7-9256-4286-8DFC-4812FF6233B6}"/>
                </a:ext>
              </a:extLst>
            </p:cNvPr>
            <p:cNvSpPr>
              <a:spLocks/>
            </p:cNvSpPr>
            <p:nvPr/>
          </p:nvSpPr>
          <p:spPr bwMode="auto">
            <a:xfrm>
              <a:off x="2317" y="3005"/>
              <a:ext cx="86" cy="27"/>
            </a:xfrm>
            <a:custGeom>
              <a:avLst/>
              <a:gdLst>
                <a:gd name="T0" fmla="*/ 1 w 172"/>
                <a:gd name="T1" fmla="*/ 0 h 55"/>
                <a:gd name="T2" fmla="*/ 0 w 172"/>
                <a:gd name="T3" fmla="*/ 0 h 55"/>
                <a:gd name="T4" fmla="*/ 1 w 172"/>
                <a:gd name="T5" fmla="*/ 0 h 55"/>
                <a:gd name="T6" fmla="*/ 1 w 172"/>
                <a:gd name="T7" fmla="*/ 0 h 55"/>
                <a:gd name="T8" fmla="*/ 0 60000 65536"/>
                <a:gd name="T9" fmla="*/ 0 60000 65536"/>
                <a:gd name="T10" fmla="*/ 0 60000 65536"/>
                <a:gd name="T11" fmla="*/ 0 60000 65536"/>
                <a:gd name="T12" fmla="*/ 0 w 172"/>
                <a:gd name="T13" fmla="*/ 0 h 55"/>
                <a:gd name="T14" fmla="*/ 172 w 172"/>
                <a:gd name="T15" fmla="*/ 55 h 55"/>
              </a:gdLst>
              <a:ahLst/>
              <a:cxnLst>
                <a:cxn ang="T8">
                  <a:pos x="T0" y="T1"/>
                </a:cxn>
                <a:cxn ang="T9">
                  <a:pos x="T2" y="T3"/>
                </a:cxn>
                <a:cxn ang="T10">
                  <a:pos x="T4" y="T5"/>
                </a:cxn>
                <a:cxn ang="T11">
                  <a:pos x="T6" y="T7"/>
                </a:cxn>
              </a:cxnLst>
              <a:rect l="T12" t="T13" r="T14" b="T15"/>
              <a:pathLst>
                <a:path w="172" h="55">
                  <a:moveTo>
                    <a:pt x="28" y="55"/>
                  </a:moveTo>
                  <a:lnTo>
                    <a:pt x="0" y="0"/>
                  </a:lnTo>
                  <a:lnTo>
                    <a:pt x="172" y="0"/>
                  </a:lnTo>
                  <a:lnTo>
                    <a:pt x="146" y="55"/>
                  </a:lnTo>
                </a:path>
              </a:pathLst>
            </a:custGeom>
            <a:solidFill>
              <a:srgbClr val="3333FF"/>
            </a:solidFill>
            <a:ln w="6350">
              <a:solidFill>
                <a:srgbClr val="000000"/>
              </a:solidFill>
              <a:prstDash val="solid"/>
              <a:round/>
              <a:headEnd/>
              <a:tailEnd/>
            </a:ln>
          </p:spPr>
          <p:txBody>
            <a:bodyPr/>
            <a:lstStyle/>
            <a:p>
              <a:endParaRPr lang="zh-CN" altLang="en-US"/>
            </a:p>
          </p:txBody>
        </p:sp>
        <p:sp>
          <p:nvSpPr>
            <p:cNvPr id="68" name="Line 419">
              <a:extLst>
                <a:ext uri="{FF2B5EF4-FFF2-40B4-BE49-F238E27FC236}">
                  <a16:creationId xmlns:a16="http://schemas.microsoft.com/office/drawing/2014/main" id="{FFF0458F-533E-497F-A5F0-3BCB0A4A6020}"/>
                </a:ext>
              </a:extLst>
            </p:cNvPr>
            <p:cNvSpPr>
              <a:spLocks noChangeShapeType="1"/>
            </p:cNvSpPr>
            <p:nvPr/>
          </p:nvSpPr>
          <p:spPr bwMode="auto">
            <a:xfrm flipH="1" flipV="1">
              <a:off x="2375" y="2960"/>
              <a:ext cx="46" cy="74"/>
            </a:xfrm>
            <a:prstGeom prst="line">
              <a:avLst/>
            </a:prstGeom>
            <a:noFill/>
            <a:ln w="6350">
              <a:solidFill>
                <a:srgbClr val="000000"/>
              </a:solidFill>
              <a:round/>
              <a:headEnd/>
              <a:tailEnd/>
            </a:ln>
          </p:spPr>
          <p:txBody>
            <a:bodyPr/>
            <a:lstStyle/>
            <a:p>
              <a:endParaRPr lang="zh-CN" altLang="en-US"/>
            </a:p>
          </p:txBody>
        </p:sp>
        <p:sp>
          <p:nvSpPr>
            <p:cNvPr id="69" name="Freeform 420">
              <a:extLst>
                <a:ext uri="{FF2B5EF4-FFF2-40B4-BE49-F238E27FC236}">
                  <a16:creationId xmlns:a16="http://schemas.microsoft.com/office/drawing/2014/main" id="{8CBBB083-B38D-46FD-B028-E8B97959CD7A}"/>
                </a:ext>
              </a:extLst>
            </p:cNvPr>
            <p:cNvSpPr>
              <a:spLocks/>
            </p:cNvSpPr>
            <p:nvPr/>
          </p:nvSpPr>
          <p:spPr bwMode="auto">
            <a:xfrm>
              <a:off x="2274" y="3034"/>
              <a:ext cx="215" cy="25"/>
            </a:xfrm>
            <a:custGeom>
              <a:avLst/>
              <a:gdLst>
                <a:gd name="T0" fmla="*/ 1 w 430"/>
                <a:gd name="T1" fmla="*/ 1 h 50"/>
                <a:gd name="T2" fmla="*/ 0 w 430"/>
                <a:gd name="T3" fmla="*/ 1 h 50"/>
                <a:gd name="T4" fmla="*/ 0 w 430"/>
                <a:gd name="T5" fmla="*/ 1 h 50"/>
                <a:gd name="T6" fmla="*/ 1 w 430"/>
                <a:gd name="T7" fmla="*/ 1 h 50"/>
                <a:gd name="T8" fmla="*/ 1 w 430"/>
                <a:gd name="T9" fmla="*/ 1 h 50"/>
                <a:gd name="T10" fmla="*/ 1 w 430"/>
                <a:gd name="T11" fmla="*/ 1 h 50"/>
                <a:gd name="T12" fmla="*/ 1 w 430"/>
                <a:gd name="T13" fmla="*/ 0 h 50"/>
                <a:gd name="T14" fmla="*/ 1 w 430"/>
                <a:gd name="T15" fmla="*/ 0 h 50"/>
                <a:gd name="T16" fmla="*/ 1 w 430"/>
                <a:gd name="T17" fmla="*/ 1 h 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0"/>
                <a:gd name="T28" fmla="*/ 0 h 50"/>
                <a:gd name="T29" fmla="*/ 430 w 430"/>
                <a:gd name="T30" fmla="*/ 50 h 5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0" h="50">
                  <a:moveTo>
                    <a:pt x="26" y="18"/>
                  </a:moveTo>
                  <a:lnTo>
                    <a:pt x="0" y="18"/>
                  </a:lnTo>
                  <a:lnTo>
                    <a:pt x="0" y="50"/>
                  </a:lnTo>
                  <a:lnTo>
                    <a:pt x="430" y="50"/>
                  </a:lnTo>
                  <a:lnTo>
                    <a:pt x="430" y="18"/>
                  </a:lnTo>
                  <a:lnTo>
                    <a:pt x="376" y="18"/>
                  </a:lnTo>
                  <a:lnTo>
                    <a:pt x="376" y="0"/>
                  </a:lnTo>
                  <a:lnTo>
                    <a:pt x="26" y="0"/>
                  </a:lnTo>
                  <a:lnTo>
                    <a:pt x="26" y="18"/>
                  </a:lnTo>
                </a:path>
              </a:pathLst>
            </a:custGeom>
            <a:solidFill>
              <a:srgbClr val="3333FF"/>
            </a:solidFill>
            <a:ln w="6350">
              <a:solidFill>
                <a:srgbClr val="000000"/>
              </a:solidFill>
              <a:prstDash val="solid"/>
              <a:round/>
              <a:headEnd/>
              <a:tailEnd/>
            </a:ln>
          </p:spPr>
          <p:txBody>
            <a:bodyPr/>
            <a:lstStyle/>
            <a:p>
              <a:endParaRPr lang="zh-CN" altLang="en-US"/>
            </a:p>
          </p:txBody>
        </p:sp>
        <p:sp>
          <p:nvSpPr>
            <p:cNvPr id="70" name="Freeform 421">
              <a:extLst>
                <a:ext uri="{FF2B5EF4-FFF2-40B4-BE49-F238E27FC236}">
                  <a16:creationId xmlns:a16="http://schemas.microsoft.com/office/drawing/2014/main" id="{DE77AC02-ABB6-4030-85D6-E4CD7FB14F4F}"/>
                </a:ext>
              </a:extLst>
            </p:cNvPr>
            <p:cNvSpPr>
              <a:spLocks/>
            </p:cNvSpPr>
            <p:nvPr/>
          </p:nvSpPr>
          <p:spPr bwMode="auto">
            <a:xfrm>
              <a:off x="2290" y="3043"/>
              <a:ext cx="171" cy="1"/>
            </a:xfrm>
            <a:custGeom>
              <a:avLst/>
              <a:gdLst>
                <a:gd name="T0" fmla="*/ 0 w 343"/>
                <a:gd name="T1" fmla="*/ 0 h 1"/>
                <a:gd name="T2" fmla="*/ 0 w 343"/>
                <a:gd name="T3" fmla="*/ 0 h 1"/>
                <a:gd name="T4" fmla="*/ 0 w 343"/>
                <a:gd name="T5" fmla="*/ 0 h 1"/>
                <a:gd name="T6" fmla="*/ 0 60000 65536"/>
                <a:gd name="T7" fmla="*/ 0 60000 65536"/>
                <a:gd name="T8" fmla="*/ 0 60000 65536"/>
                <a:gd name="T9" fmla="*/ 0 w 343"/>
                <a:gd name="T10" fmla="*/ 0 h 1"/>
                <a:gd name="T11" fmla="*/ 343 w 343"/>
                <a:gd name="T12" fmla="*/ 1 h 1"/>
              </a:gdLst>
              <a:ahLst/>
              <a:cxnLst>
                <a:cxn ang="T6">
                  <a:pos x="T0" y="T1"/>
                </a:cxn>
                <a:cxn ang="T7">
                  <a:pos x="T2" y="T3"/>
                </a:cxn>
                <a:cxn ang="T8">
                  <a:pos x="T4" y="T5"/>
                </a:cxn>
              </a:cxnLst>
              <a:rect l="T9" t="T10" r="T11" b="T12"/>
              <a:pathLst>
                <a:path w="343" h="1">
                  <a:moveTo>
                    <a:pt x="343" y="0"/>
                  </a:moveTo>
                  <a:lnTo>
                    <a:pt x="0" y="0"/>
                  </a:lnTo>
                  <a:lnTo>
                    <a:pt x="343" y="0"/>
                  </a:lnTo>
                </a:path>
              </a:pathLst>
            </a:custGeom>
            <a:solidFill>
              <a:srgbClr val="3333FF"/>
            </a:solidFill>
            <a:ln w="6350">
              <a:solidFill>
                <a:srgbClr val="000000"/>
              </a:solidFill>
              <a:prstDash val="solid"/>
              <a:round/>
              <a:headEnd/>
              <a:tailEnd/>
            </a:ln>
          </p:spPr>
          <p:txBody>
            <a:bodyPr/>
            <a:lstStyle/>
            <a:p>
              <a:endParaRPr lang="zh-CN" altLang="en-US"/>
            </a:p>
          </p:txBody>
        </p:sp>
        <p:sp>
          <p:nvSpPr>
            <p:cNvPr id="71" name="Rectangle 422">
              <a:extLst>
                <a:ext uri="{FF2B5EF4-FFF2-40B4-BE49-F238E27FC236}">
                  <a16:creationId xmlns:a16="http://schemas.microsoft.com/office/drawing/2014/main" id="{F31E13D0-C286-41EC-B42E-F890DB88C28C}"/>
                </a:ext>
              </a:extLst>
            </p:cNvPr>
            <p:cNvSpPr>
              <a:spLocks noChangeArrowheads="1"/>
            </p:cNvSpPr>
            <p:nvPr/>
          </p:nvSpPr>
          <p:spPr bwMode="auto">
            <a:xfrm>
              <a:off x="2347" y="2951"/>
              <a:ext cx="27" cy="83"/>
            </a:xfrm>
            <a:prstGeom prst="rect">
              <a:avLst/>
            </a:prstGeom>
            <a:solidFill>
              <a:srgbClr val="3333FF"/>
            </a:solidFill>
            <a:ln w="6350">
              <a:solidFill>
                <a:srgbClr val="000000"/>
              </a:solidFill>
              <a:miter lim="800000"/>
              <a:headEnd/>
              <a:tailEnd/>
            </a:ln>
          </p:spPr>
          <p:txBody>
            <a:bodyPr/>
            <a:lstStyle/>
            <a:p>
              <a:pPr eaLnBrk="0" hangingPunct="0"/>
              <a:endParaRPr lang="en-US" altLang="zh-CN">
                <a:ea typeface="ＭＳ Ｐゴシック" pitchFamily="34" charset="-128"/>
              </a:endParaRPr>
            </a:p>
          </p:txBody>
        </p:sp>
        <p:sp>
          <p:nvSpPr>
            <p:cNvPr id="72" name="Freeform 423">
              <a:extLst>
                <a:ext uri="{FF2B5EF4-FFF2-40B4-BE49-F238E27FC236}">
                  <a16:creationId xmlns:a16="http://schemas.microsoft.com/office/drawing/2014/main" id="{C2125B41-8E7A-408E-A489-1B704EC5D4A4}"/>
                </a:ext>
              </a:extLst>
            </p:cNvPr>
            <p:cNvSpPr>
              <a:spLocks noEditPoints="1"/>
            </p:cNvSpPr>
            <p:nvPr/>
          </p:nvSpPr>
          <p:spPr bwMode="auto">
            <a:xfrm>
              <a:off x="2281" y="2821"/>
              <a:ext cx="208" cy="175"/>
            </a:xfrm>
            <a:custGeom>
              <a:avLst/>
              <a:gdLst>
                <a:gd name="T0" fmla="*/ 1 w 415"/>
                <a:gd name="T1" fmla="*/ 1 h 350"/>
                <a:gd name="T2" fmla="*/ 1 w 415"/>
                <a:gd name="T3" fmla="*/ 1 h 350"/>
                <a:gd name="T4" fmla="*/ 1 w 415"/>
                <a:gd name="T5" fmla="*/ 1 h 350"/>
                <a:gd name="T6" fmla="*/ 1 w 415"/>
                <a:gd name="T7" fmla="*/ 1 h 350"/>
                <a:gd name="T8" fmla="*/ 1 w 415"/>
                <a:gd name="T9" fmla="*/ 1 h 350"/>
                <a:gd name="T10" fmla="*/ 1 w 415"/>
                <a:gd name="T11" fmla="*/ 1 h 350"/>
                <a:gd name="T12" fmla="*/ 1 w 415"/>
                <a:gd name="T13" fmla="*/ 1 h 350"/>
                <a:gd name="T14" fmla="*/ 1 w 415"/>
                <a:gd name="T15" fmla="*/ 1 h 350"/>
                <a:gd name="T16" fmla="*/ 1 w 415"/>
                <a:gd name="T17" fmla="*/ 1 h 350"/>
                <a:gd name="T18" fmla="*/ 1 w 415"/>
                <a:gd name="T19" fmla="*/ 1 h 350"/>
                <a:gd name="T20" fmla="*/ 1 w 415"/>
                <a:gd name="T21" fmla="*/ 1 h 350"/>
                <a:gd name="T22" fmla="*/ 1 w 415"/>
                <a:gd name="T23" fmla="*/ 1 h 350"/>
                <a:gd name="T24" fmla="*/ 1 w 415"/>
                <a:gd name="T25" fmla="*/ 1 h 350"/>
                <a:gd name="T26" fmla="*/ 1 w 415"/>
                <a:gd name="T27" fmla="*/ 1 h 350"/>
                <a:gd name="T28" fmla="*/ 1 w 415"/>
                <a:gd name="T29" fmla="*/ 1 h 350"/>
                <a:gd name="T30" fmla="*/ 1 w 415"/>
                <a:gd name="T31" fmla="*/ 1 h 350"/>
                <a:gd name="T32" fmla="*/ 1 w 415"/>
                <a:gd name="T33" fmla="*/ 1 h 350"/>
                <a:gd name="T34" fmla="*/ 1 w 415"/>
                <a:gd name="T35" fmla="*/ 1 h 350"/>
                <a:gd name="T36" fmla="*/ 1 w 415"/>
                <a:gd name="T37" fmla="*/ 1 h 350"/>
                <a:gd name="T38" fmla="*/ 1 w 415"/>
                <a:gd name="T39" fmla="*/ 1 h 350"/>
                <a:gd name="T40" fmla="*/ 1 w 415"/>
                <a:gd name="T41" fmla="*/ 1 h 350"/>
                <a:gd name="T42" fmla="*/ 1 w 415"/>
                <a:gd name="T43" fmla="*/ 1 h 350"/>
                <a:gd name="T44" fmla="*/ 1 w 415"/>
                <a:gd name="T45" fmla="*/ 1 h 350"/>
                <a:gd name="T46" fmla="*/ 1 w 415"/>
                <a:gd name="T47" fmla="*/ 0 h 350"/>
                <a:gd name="T48" fmla="*/ 1 w 415"/>
                <a:gd name="T49" fmla="*/ 1 h 350"/>
                <a:gd name="T50" fmla="*/ 1 w 415"/>
                <a:gd name="T51" fmla="*/ 1 h 350"/>
                <a:gd name="T52" fmla="*/ 1 w 415"/>
                <a:gd name="T53" fmla="*/ 1 h 350"/>
                <a:gd name="T54" fmla="*/ 1 w 415"/>
                <a:gd name="T55" fmla="*/ 1 h 350"/>
                <a:gd name="T56" fmla="*/ 1 w 415"/>
                <a:gd name="T57" fmla="*/ 1 h 350"/>
                <a:gd name="T58" fmla="*/ 1 w 415"/>
                <a:gd name="T59" fmla="*/ 1 h 350"/>
                <a:gd name="T60" fmla="*/ 1 w 415"/>
                <a:gd name="T61" fmla="*/ 1 h 350"/>
                <a:gd name="T62" fmla="*/ 1 w 415"/>
                <a:gd name="T63" fmla="*/ 1 h 350"/>
                <a:gd name="T64" fmla="*/ 1 w 415"/>
                <a:gd name="T65" fmla="*/ 1 h 350"/>
                <a:gd name="T66" fmla="*/ 1 w 415"/>
                <a:gd name="T67" fmla="*/ 1 h 350"/>
                <a:gd name="T68" fmla="*/ 1 w 415"/>
                <a:gd name="T69" fmla="*/ 1 h 350"/>
                <a:gd name="T70" fmla="*/ 1 w 415"/>
                <a:gd name="T71" fmla="*/ 1 h 350"/>
                <a:gd name="T72" fmla="*/ 1 w 415"/>
                <a:gd name="T73" fmla="*/ 1 h 350"/>
                <a:gd name="T74" fmla="*/ 1 w 415"/>
                <a:gd name="T75" fmla="*/ 1 h 350"/>
                <a:gd name="T76" fmla="*/ 1 w 415"/>
                <a:gd name="T77" fmla="*/ 1 h 350"/>
                <a:gd name="T78" fmla="*/ 1 w 415"/>
                <a:gd name="T79" fmla="*/ 1 h 350"/>
                <a:gd name="T80" fmla="*/ 1 w 415"/>
                <a:gd name="T81" fmla="*/ 1 h 350"/>
                <a:gd name="T82" fmla="*/ 1 w 415"/>
                <a:gd name="T83" fmla="*/ 1 h 350"/>
                <a:gd name="T84" fmla="*/ 1 w 415"/>
                <a:gd name="T85" fmla="*/ 1 h 350"/>
                <a:gd name="T86" fmla="*/ 1 w 415"/>
                <a:gd name="T87" fmla="*/ 1 h 350"/>
                <a:gd name="T88" fmla="*/ 1 w 415"/>
                <a:gd name="T89" fmla="*/ 1 h 3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15"/>
                <a:gd name="T136" fmla="*/ 0 h 350"/>
                <a:gd name="T137" fmla="*/ 415 w 415"/>
                <a:gd name="T138" fmla="*/ 350 h 35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15" h="350">
                  <a:moveTo>
                    <a:pt x="8" y="12"/>
                  </a:moveTo>
                  <a:lnTo>
                    <a:pt x="1" y="32"/>
                  </a:lnTo>
                  <a:lnTo>
                    <a:pt x="0" y="53"/>
                  </a:lnTo>
                  <a:lnTo>
                    <a:pt x="3" y="78"/>
                  </a:lnTo>
                  <a:lnTo>
                    <a:pt x="8" y="103"/>
                  </a:lnTo>
                  <a:lnTo>
                    <a:pt x="18" y="130"/>
                  </a:lnTo>
                  <a:lnTo>
                    <a:pt x="34" y="158"/>
                  </a:lnTo>
                  <a:lnTo>
                    <a:pt x="51" y="185"/>
                  </a:lnTo>
                  <a:lnTo>
                    <a:pt x="73" y="211"/>
                  </a:lnTo>
                  <a:lnTo>
                    <a:pt x="97" y="236"/>
                  </a:lnTo>
                  <a:lnTo>
                    <a:pt x="124" y="261"/>
                  </a:lnTo>
                  <a:lnTo>
                    <a:pt x="151" y="282"/>
                  </a:lnTo>
                  <a:lnTo>
                    <a:pt x="182" y="302"/>
                  </a:lnTo>
                  <a:lnTo>
                    <a:pt x="212" y="318"/>
                  </a:lnTo>
                  <a:lnTo>
                    <a:pt x="242" y="332"/>
                  </a:lnTo>
                  <a:lnTo>
                    <a:pt x="270" y="341"/>
                  </a:lnTo>
                  <a:lnTo>
                    <a:pt x="299" y="346"/>
                  </a:lnTo>
                  <a:lnTo>
                    <a:pt x="325" y="350"/>
                  </a:lnTo>
                  <a:lnTo>
                    <a:pt x="349" y="346"/>
                  </a:lnTo>
                  <a:lnTo>
                    <a:pt x="371" y="341"/>
                  </a:lnTo>
                  <a:lnTo>
                    <a:pt x="388" y="332"/>
                  </a:lnTo>
                  <a:lnTo>
                    <a:pt x="402" y="318"/>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moveTo>
                    <a:pt x="8" y="12"/>
                  </a:moveTo>
                  <a:lnTo>
                    <a:pt x="14" y="5"/>
                  </a:lnTo>
                  <a:lnTo>
                    <a:pt x="24" y="0"/>
                  </a:lnTo>
                  <a:lnTo>
                    <a:pt x="38" y="0"/>
                  </a:lnTo>
                  <a:lnTo>
                    <a:pt x="56" y="2"/>
                  </a:lnTo>
                  <a:lnTo>
                    <a:pt x="77" y="7"/>
                  </a:lnTo>
                  <a:lnTo>
                    <a:pt x="100" y="16"/>
                  </a:lnTo>
                  <a:lnTo>
                    <a:pt x="126" y="26"/>
                  </a:lnTo>
                  <a:lnTo>
                    <a:pt x="153" y="41"/>
                  </a:lnTo>
                  <a:lnTo>
                    <a:pt x="182" y="57"/>
                  </a:lnTo>
                  <a:lnTo>
                    <a:pt x="210" y="74"/>
                  </a:lnTo>
                  <a:lnTo>
                    <a:pt x="239" y="94"/>
                  </a:lnTo>
                  <a:lnTo>
                    <a:pt x="268" y="115"/>
                  </a:lnTo>
                  <a:lnTo>
                    <a:pt x="295" y="138"/>
                  </a:lnTo>
                  <a:lnTo>
                    <a:pt x="321" y="160"/>
                  </a:lnTo>
                  <a:lnTo>
                    <a:pt x="345" y="183"/>
                  </a:lnTo>
                  <a:lnTo>
                    <a:pt x="365" y="204"/>
                  </a:lnTo>
                  <a:lnTo>
                    <a:pt x="382" y="226"/>
                  </a:lnTo>
                  <a:lnTo>
                    <a:pt x="396" y="245"/>
                  </a:lnTo>
                  <a:lnTo>
                    <a:pt x="406" y="263"/>
                  </a:lnTo>
                  <a:lnTo>
                    <a:pt x="412" y="279"/>
                  </a:lnTo>
                  <a:lnTo>
                    <a:pt x="415" y="291"/>
                  </a:lnTo>
                  <a:lnTo>
                    <a:pt x="412" y="302"/>
                  </a:lnTo>
                  <a:lnTo>
                    <a:pt x="406" y="309"/>
                  </a:lnTo>
                  <a:lnTo>
                    <a:pt x="396" y="314"/>
                  </a:lnTo>
                  <a:lnTo>
                    <a:pt x="382" y="316"/>
                  </a:lnTo>
                  <a:lnTo>
                    <a:pt x="365" y="313"/>
                  </a:lnTo>
                  <a:lnTo>
                    <a:pt x="343" y="307"/>
                  </a:lnTo>
                  <a:lnTo>
                    <a:pt x="321" y="300"/>
                  </a:lnTo>
                  <a:lnTo>
                    <a:pt x="295" y="288"/>
                  </a:lnTo>
                  <a:lnTo>
                    <a:pt x="268" y="275"/>
                  </a:lnTo>
                  <a:lnTo>
                    <a:pt x="239" y="259"/>
                  </a:lnTo>
                  <a:lnTo>
                    <a:pt x="210" y="240"/>
                  </a:lnTo>
                  <a:lnTo>
                    <a:pt x="182" y="220"/>
                  </a:lnTo>
                  <a:lnTo>
                    <a:pt x="153" y="199"/>
                  </a:lnTo>
                  <a:lnTo>
                    <a:pt x="126" y="178"/>
                  </a:lnTo>
                  <a:lnTo>
                    <a:pt x="100" y="154"/>
                  </a:lnTo>
                  <a:lnTo>
                    <a:pt x="76" y="131"/>
                  </a:lnTo>
                  <a:lnTo>
                    <a:pt x="56" y="110"/>
                  </a:lnTo>
                  <a:lnTo>
                    <a:pt x="38" y="89"/>
                  </a:lnTo>
                  <a:lnTo>
                    <a:pt x="24" y="69"/>
                  </a:lnTo>
                  <a:lnTo>
                    <a:pt x="14" y="51"/>
                  </a:lnTo>
                  <a:lnTo>
                    <a:pt x="8" y="35"/>
                  </a:lnTo>
                  <a:lnTo>
                    <a:pt x="5" y="23"/>
                  </a:lnTo>
                  <a:lnTo>
                    <a:pt x="8" y="12"/>
                  </a:lnTo>
                  <a:close/>
                </a:path>
              </a:pathLst>
            </a:custGeom>
            <a:solidFill>
              <a:srgbClr val="3333FF"/>
            </a:solidFill>
            <a:ln w="6350">
              <a:solidFill>
                <a:srgbClr val="000000"/>
              </a:solidFill>
              <a:prstDash val="solid"/>
              <a:round/>
              <a:headEnd/>
              <a:tailEnd/>
            </a:ln>
          </p:spPr>
          <p:txBody>
            <a:bodyPr/>
            <a:lstStyle/>
            <a:p>
              <a:endParaRPr lang="zh-CN" altLang="en-US"/>
            </a:p>
          </p:txBody>
        </p:sp>
        <p:sp>
          <p:nvSpPr>
            <p:cNvPr id="73" name="Line 424">
              <a:extLst>
                <a:ext uri="{FF2B5EF4-FFF2-40B4-BE49-F238E27FC236}">
                  <a16:creationId xmlns:a16="http://schemas.microsoft.com/office/drawing/2014/main" id="{0FF4C057-DFAB-4FDB-B61C-A1E879AA13EA}"/>
                </a:ext>
              </a:extLst>
            </p:cNvPr>
            <p:cNvSpPr>
              <a:spLocks noChangeShapeType="1"/>
            </p:cNvSpPr>
            <p:nvPr/>
          </p:nvSpPr>
          <p:spPr bwMode="auto">
            <a:xfrm flipH="1" flipV="1">
              <a:off x="2285" y="2824"/>
              <a:ext cx="136" cy="2"/>
            </a:xfrm>
            <a:prstGeom prst="line">
              <a:avLst/>
            </a:prstGeom>
            <a:noFill/>
            <a:ln w="1588">
              <a:solidFill>
                <a:srgbClr val="000000"/>
              </a:solidFill>
              <a:round/>
              <a:headEnd/>
              <a:tailEnd/>
            </a:ln>
          </p:spPr>
          <p:txBody>
            <a:bodyPr/>
            <a:lstStyle/>
            <a:p>
              <a:endParaRPr lang="zh-CN" altLang="en-US"/>
            </a:p>
          </p:txBody>
        </p:sp>
        <p:sp>
          <p:nvSpPr>
            <p:cNvPr id="74" name="Line 425">
              <a:extLst>
                <a:ext uri="{FF2B5EF4-FFF2-40B4-BE49-F238E27FC236}">
                  <a16:creationId xmlns:a16="http://schemas.microsoft.com/office/drawing/2014/main" id="{74DCE1B7-C87C-433E-94AE-B5820949AB38}"/>
                </a:ext>
              </a:extLst>
            </p:cNvPr>
            <p:cNvSpPr>
              <a:spLocks noChangeShapeType="1"/>
            </p:cNvSpPr>
            <p:nvPr/>
          </p:nvSpPr>
          <p:spPr bwMode="auto">
            <a:xfrm flipH="1">
              <a:off x="2372" y="2826"/>
              <a:ext cx="49" cy="102"/>
            </a:xfrm>
            <a:prstGeom prst="line">
              <a:avLst/>
            </a:prstGeom>
            <a:noFill/>
            <a:ln w="1588">
              <a:solidFill>
                <a:srgbClr val="000000"/>
              </a:solidFill>
              <a:round/>
              <a:headEnd/>
              <a:tailEnd/>
            </a:ln>
          </p:spPr>
          <p:txBody>
            <a:bodyPr/>
            <a:lstStyle/>
            <a:p>
              <a:endParaRPr lang="zh-CN" altLang="en-US"/>
            </a:p>
          </p:txBody>
        </p:sp>
        <p:sp>
          <p:nvSpPr>
            <p:cNvPr id="75" name="Line 426">
              <a:extLst>
                <a:ext uri="{FF2B5EF4-FFF2-40B4-BE49-F238E27FC236}">
                  <a16:creationId xmlns:a16="http://schemas.microsoft.com/office/drawing/2014/main" id="{975DD06E-66DA-40E5-828E-C6A3728C4626}"/>
                </a:ext>
              </a:extLst>
            </p:cNvPr>
            <p:cNvSpPr>
              <a:spLocks noChangeShapeType="1"/>
            </p:cNvSpPr>
            <p:nvPr/>
          </p:nvSpPr>
          <p:spPr bwMode="auto">
            <a:xfrm>
              <a:off x="2421" y="2826"/>
              <a:ext cx="67" cy="144"/>
            </a:xfrm>
            <a:prstGeom prst="line">
              <a:avLst/>
            </a:prstGeom>
            <a:noFill/>
            <a:ln w="1588">
              <a:solidFill>
                <a:srgbClr val="000000"/>
              </a:solidFill>
              <a:round/>
              <a:headEnd/>
              <a:tailEnd/>
            </a:ln>
          </p:spPr>
          <p:txBody>
            <a:bodyPr/>
            <a:lstStyle/>
            <a:p>
              <a:endParaRPr lang="zh-CN" altLang="en-US"/>
            </a:p>
          </p:txBody>
        </p:sp>
        <p:sp>
          <p:nvSpPr>
            <p:cNvPr id="76" name="Freeform 427">
              <a:extLst>
                <a:ext uri="{FF2B5EF4-FFF2-40B4-BE49-F238E27FC236}">
                  <a16:creationId xmlns:a16="http://schemas.microsoft.com/office/drawing/2014/main" id="{D7F613AB-E9E2-4BA1-A077-BC75DFE2DB36}"/>
                </a:ext>
              </a:extLst>
            </p:cNvPr>
            <p:cNvSpPr>
              <a:spLocks/>
            </p:cNvSpPr>
            <p:nvPr/>
          </p:nvSpPr>
          <p:spPr bwMode="auto">
            <a:xfrm>
              <a:off x="2349" y="2902"/>
              <a:ext cx="51" cy="40"/>
            </a:xfrm>
            <a:custGeom>
              <a:avLst/>
              <a:gdLst>
                <a:gd name="T0" fmla="*/ 0 w 101"/>
                <a:gd name="T1" fmla="*/ 1 h 80"/>
                <a:gd name="T2" fmla="*/ 1 w 101"/>
                <a:gd name="T3" fmla="*/ 0 h 80"/>
                <a:gd name="T4" fmla="*/ 1 w 101"/>
                <a:gd name="T5" fmla="*/ 1 h 80"/>
                <a:gd name="T6" fmla="*/ 1 w 101"/>
                <a:gd name="T7" fmla="*/ 1 h 80"/>
                <a:gd name="T8" fmla="*/ 1 w 101"/>
                <a:gd name="T9" fmla="*/ 1 h 80"/>
                <a:gd name="T10" fmla="*/ 1 w 101"/>
                <a:gd name="T11" fmla="*/ 1 h 80"/>
                <a:gd name="T12" fmla="*/ 1 w 101"/>
                <a:gd name="T13" fmla="*/ 1 h 80"/>
                <a:gd name="T14" fmla="*/ 1 w 101"/>
                <a:gd name="T15" fmla="*/ 1 h 80"/>
                <a:gd name="T16" fmla="*/ 1 w 101"/>
                <a:gd name="T17" fmla="*/ 1 h 80"/>
                <a:gd name="T18" fmla="*/ 1 w 101"/>
                <a:gd name="T19" fmla="*/ 1 h 80"/>
                <a:gd name="T20" fmla="*/ 1 w 101"/>
                <a:gd name="T21" fmla="*/ 1 h 80"/>
                <a:gd name="T22" fmla="*/ 1 w 101"/>
                <a:gd name="T23" fmla="*/ 1 h 80"/>
                <a:gd name="T24" fmla="*/ 1 w 101"/>
                <a:gd name="T25" fmla="*/ 1 h 80"/>
                <a:gd name="T26" fmla="*/ 1 w 101"/>
                <a:gd name="T27" fmla="*/ 1 h 80"/>
                <a:gd name="T28" fmla="*/ 1 w 101"/>
                <a:gd name="T29" fmla="*/ 1 h 80"/>
                <a:gd name="T30" fmla="*/ 1 w 101"/>
                <a:gd name="T31" fmla="*/ 1 h 80"/>
                <a:gd name="T32" fmla="*/ 1 w 101"/>
                <a:gd name="T33" fmla="*/ 1 h 80"/>
                <a:gd name="T34" fmla="*/ 1 w 101"/>
                <a:gd name="T35" fmla="*/ 1 h 80"/>
                <a:gd name="T36" fmla="*/ 1 w 101"/>
                <a:gd name="T37" fmla="*/ 1 h 80"/>
                <a:gd name="T38" fmla="*/ 1 w 101"/>
                <a:gd name="T39" fmla="*/ 1 h 80"/>
                <a:gd name="T40" fmla="*/ 1 w 101"/>
                <a:gd name="T41" fmla="*/ 1 h 80"/>
                <a:gd name="T42" fmla="*/ 0 w 101"/>
                <a:gd name="T43" fmla="*/ 1 h 80"/>
                <a:gd name="T44" fmla="*/ 0 w 101"/>
                <a:gd name="T45" fmla="*/ 1 h 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1"/>
                <a:gd name="T70" fmla="*/ 0 h 80"/>
                <a:gd name="T71" fmla="*/ 101 w 101"/>
                <a:gd name="T72" fmla="*/ 80 h 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1" h="80">
                  <a:moveTo>
                    <a:pt x="0" y="3"/>
                  </a:moveTo>
                  <a:lnTo>
                    <a:pt x="4" y="0"/>
                  </a:lnTo>
                  <a:lnTo>
                    <a:pt x="13" y="1"/>
                  </a:lnTo>
                  <a:lnTo>
                    <a:pt x="24" y="3"/>
                  </a:lnTo>
                  <a:lnTo>
                    <a:pt x="37" y="10"/>
                  </a:lnTo>
                  <a:lnTo>
                    <a:pt x="51" y="19"/>
                  </a:lnTo>
                  <a:lnTo>
                    <a:pt x="66" y="30"/>
                  </a:lnTo>
                  <a:lnTo>
                    <a:pt x="79" y="40"/>
                  </a:lnTo>
                  <a:lnTo>
                    <a:pt x="90" y="51"/>
                  </a:lnTo>
                  <a:lnTo>
                    <a:pt x="97" y="62"/>
                  </a:lnTo>
                  <a:lnTo>
                    <a:pt x="101" y="71"/>
                  </a:lnTo>
                  <a:lnTo>
                    <a:pt x="101" y="76"/>
                  </a:lnTo>
                  <a:lnTo>
                    <a:pt x="97" y="80"/>
                  </a:lnTo>
                  <a:lnTo>
                    <a:pt x="90" y="78"/>
                  </a:lnTo>
                  <a:lnTo>
                    <a:pt x="79" y="74"/>
                  </a:lnTo>
                  <a:lnTo>
                    <a:pt x="66" y="69"/>
                  </a:lnTo>
                  <a:lnTo>
                    <a:pt x="51" y="60"/>
                  </a:lnTo>
                  <a:lnTo>
                    <a:pt x="37" y="49"/>
                  </a:lnTo>
                  <a:lnTo>
                    <a:pt x="23" y="39"/>
                  </a:lnTo>
                  <a:lnTo>
                    <a:pt x="13" y="28"/>
                  </a:lnTo>
                  <a:lnTo>
                    <a:pt x="4" y="17"/>
                  </a:lnTo>
                  <a:lnTo>
                    <a:pt x="0" y="8"/>
                  </a:lnTo>
                  <a:lnTo>
                    <a:pt x="0" y="3"/>
                  </a:lnTo>
                  <a:close/>
                </a:path>
              </a:pathLst>
            </a:custGeom>
            <a:solidFill>
              <a:srgbClr val="3333FF"/>
            </a:solidFill>
            <a:ln w="6350">
              <a:solidFill>
                <a:srgbClr val="000000"/>
              </a:solidFill>
              <a:prstDash val="solid"/>
              <a:round/>
              <a:headEnd/>
              <a:tailEnd/>
            </a:ln>
          </p:spPr>
          <p:txBody>
            <a:bodyPr/>
            <a:lstStyle/>
            <a:p>
              <a:endParaRPr lang="zh-CN" altLang="en-US"/>
            </a:p>
          </p:txBody>
        </p:sp>
      </p:grpSp>
      <p:pic>
        <p:nvPicPr>
          <p:cNvPr id="77" name="Picture 429" descr="MMj03957750000[1]">
            <a:extLst>
              <a:ext uri="{FF2B5EF4-FFF2-40B4-BE49-F238E27FC236}">
                <a16:creationId xmlns:a16="http://schemas.microsoft.com/office/drawing/2014/main" id="{39A74AAA-C30F-443A-B5C2-87B7A2E020E9}"/>
              </a:ext>
            </a:extLst>
          </p:cNvPr>
          <p:cNvPicPr>
            <a:picLocks noChangeAspect="1" noChangeArrowheads="1" noCrop="1"/>
          </p:cNvPicPr>
          <p:nvPr/>
        </p:nvPicPr>
        <p:blipFill>
          <a:blip r:embed="rId3"/>
          <a:srcRect/>
          <a:stretch>
            <a:fillRect/>
          </a:stretch>
        </p:blipFill>
        <p:spPr bwMode="auto">
          <a:xfrm>
            <a:off x="10061575" y="3740150"/>
            <a:ext cx="561975" cy="479425"/>
          </a:xfrm>
          <a:prstGeom prst="rect">
            <a:avLst/>
          </a:prstGeom>
          <a:noFill/>
          <a:ln w="9525">
            <a:noFill/>
            <a:miter lim="800000"/>
            <a:headEnd/>
            <a:tailEnd/>
          </a:ln>
        </p:spPr>
      </p:pic>
      <p:sp>
        <p:nvSpPr>
          <p:cNvPr id="78" name="Line 434">
            <a:extLst>
              <a:ext uri="{FF2B5EF4-FFF2-40B4-BE49-F238E27FC236}">
                <a16:creationId xmlns:a16="http://schemas.microsoft.com/office/drawing/2014/main" id="{6CF17B19-044F-481F-8DE2-F957D98BC64D}"/>
              </a:ext>
            </a:extLst>
          </p:cNvPr>
          <p:cNvSpPr>
            <a:spLocks noChangeShapeType="1"/>
          </p:cNvSpPr>
          <p:nvPr/>
        </p:nvSpPr>
        <p:spPr bwMode="auto">
          <a:xfrm>
            <a:off x="6688137" y="3717925"/>
            <a:ext cx="242888" cy="1587"/>
          </a:xfrm>
          <a:prstGeom prst="line">
            <a:avLst/>
          </a:prstGeom>
          <a:noFill/>
          <a:ln w="9525">
            <a:solidFill>
              <a:schemeClr val="tx1"/>
            </a:solidFill>
            <a:round/>
            <a:headEnd/>
            <a:tailEnd/>
          </a:ln>
        </p:spPr>
        <p:txBody>
          <a:bodyPr/>
          <a:lstStyle/>
          <a:p>
            <a:endParaRPr lang="zh-CN" altLang="en-US"/>
          </a:p>
        </p:txBody>
      </p:sp>
      <p:sp>
        <p:nvSpPr>
          <p:cNvPr id="79" name="Line 435">
            <a:extLst>
              <a:ext uri="{FF2B5EF4-FFF2-40B4-BE49-F238E27FC236}">
                <a16:creationId xmlns:a16="http://schemas.microsoft.com/office/drawing/2014/main" id="{DFACD3C2-BCA0-4AA0-A319-D8580E651DB8}"/>
              </a:ext>
            </a:extLst>
          </p:cNvPr>
          <p:cNvSpPr>
            <a:spLocks noChangeShapeType="1"/>
          </p:cNvSpPr>
          <p:nvPr/>
        </p:nvSpPr>
        <p:spPr bwMode="auto">
          <a:xfrm>
            <a:off x="6688137" y="3717925"/>
            <a:ext cx="242888" cy="1587"/>
          </a:xfrm>
          <a:prstGeom prst="line">
            <a:avLst/>
          </a:prstGeom>
          <a:noFill/>
          <a:ln w="9525">
            <a:solidFill>
              <a:schemeClr val="tx1"/>
            </a:solidFill>
            <a:round/>
            <a:headEnd/>
            <a:tailEnd/>
          </a:ln>
        </p:spPr>
        <p:txBody>
          <a:bodyPr/>
          <a:lstStyle/>
          <a:p>
            <a:endParaRPr lang="zh-CN" altLang="en-US"/>
          </a:p>
        </p:txBody>
      </p:sp>
      <p:sp>
        <p:nvSpPr>
          <p:cNvPr id="80" name="Line 436">
            <a:extLst>
              <a:ext uri="{FF2B5EF4-FFF2-40B4-BE49-F238E27FC236}">
                <a16:creationId xmlns:a16="http://schemas.microsoft.com/office/drawing/2014/main" id="{DB51F217-B7BE-481A-AA84-01B1055D53AA}"/>
              </a:ext>
            </a:extLst>
          </p:cNvPr>
          <p:cNvSpPr>
            <a:spLocks noChangeShapeType="1"/>
          </p:cNvSpPr>
          <p:nvPr/>
        </p:nvSpPr>
        <p:spPr bwMode="auto">
          <a:xfrm>
            <a:off x="6619875" y="4354512"/>
            <a:ext cx="190500" cy="1588"/>
          </a:xfrm>
          <a:prstGeom prst="line">
            <a:avLst/>
          </a:prstGeom>
          <a:noFill/>
          <a:ln w="9525">
            <a:solidFill>
              <a:schemeClr val="tx1"/>
            </a:solidFill>
            <a:round/>
            <a:headEnd/>
            <a:tailEnd/>
          </a:ln>
        </p:spPr>
        <p:txBody>
          <a:bodyPr/>
          <a:lstStyle/>
          <a:p>
            <a:endParaRPr lang="zh-CN" altLang="en-US"/>
          </a:p>
        </p:txBody>
      </p:sp>
      <p:grpSp>
        <p:nvGrpSpPr>
          <p:cNvPr id="81" name="Group 506">
            <a:extLst>
              <a:ext uri="{FF2B5EF4-FFF2-40B4-BE49-F238E27FC236}">
                <a16:creationId xmlns:a16="http://schemas.microsoft.com/office/drawing/2014/main" id="{E19FE4BA-E6D8-4E45-B158-B5ADCFAF6C4B}"/>
              </a:ext>
            </a:extLst>
          </p:cNvPr>
          <p:cNvGrpSpPr>
            <a:grpSpLocks/>
          </p:cNvGrpSpPr>
          <p:nvPr/>
        </p:nvGrpSpPr>
        <p:grpSpPr bwMode="auto">
          <a:xfrm flipH="1">
            <a:off x="5957887" y="4230687"/>
            <a:ext cx="501650" cy="512763"/>
            <a:chOff x="2839" y="3501"/>
            <a:chExt cx="755" cy="803"/>
          </a:xfrm>
        </p:grpSpPr>
        <p:pic>
          <p:nvPicPr>
            <p:cNvPr id="82" name="Picture 507" descr="desktop_computer_stylized_medium">
              <a:extLst>
                <a:ext uri="{FF2B5EF4-FFF2-40B4-BE49-F238E27FC236}">
                  <a16:creationId xmlns:a16="http://schemas.microsoft.com/office/drawing/2014/main" id="{D262EB83-E75C-4004-BF6D-2B840776810E}"/>
                </a:ext>
              </a:extLst>
            </p:cNvPr>
            <p:cNvPicPr>
              <a:picLocks noChangeAspect="1" noChangeArrowheads="1"/>
            </p:cNvPicPr>
            <p:nvPr/>
          </p:nvPicPr>
          <p:blipFill>
            <a:blip r:embed="rId4"/>
            <a:srcRect/>
            <a:stretch>
              <a:fillRect/>
            </a:stretch>
          </p:blipFill>
          <p:spPr bwMode="auto">
            <a:xfrm>
              <a:off x="2839" y="3501"/>
              <a:ext cx="755" cy="803"/>
            </a:xfrm>
            <a:prstGeom prst="rect">
              <a:avLst/>
            </a:prstGeom>
            <a:noFill/>
            <a:ln w="9525">
              <a:noFill/>
              <a:miter lim="800000"/>
              <a:headEnd/>
              <a:tailEnd/>
            </a:ln>
          </p:spPr>
        </p:pic>
        <p:sp>
          <p:nvSpPr>
            <p:cNvPr id="83" name="Freeform 508">
              <a:extLst>
                <a:ext uri="{FF2B5EF4-FFF2-40B4-BE49-F238E27FC236}">
                  <a16:creationId xmlns:a16="http://schemas.microsoft.com/office/drawing/2014/main" id="{DD4087A7-F637-486F-8923-9654C41F54D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w="9525">
              <a:noFill/>
              <a:round/>
              <a:headEnd/>
              <a:tailEnd/>
            </a:ln>
          </p:spPr>
          <p:txBody>
            <a:bodyPr wrap="none"/>
            <a:lstStyle/>
            <a:p>
              <a:endParaRPr lang="zh-CN" altLang="en-US"/>
            </a:p>
          </p:txBody>
        </p:sp>
      </p:grpSp>
      <p:grpSp>
        <p:nvGrpSpPr>
          <p:cNvPr id="84" name="Group 621">
            <a:extLst>
              <a:ext uri="{FF2B5EF4-FFF2-40B4-BE49-F238E27FC236}">
                <a16:creationId xmlns:a16="http://schemas.microsoft.com/office/drawing/2014/main" id="{EA58D53E-77B1-42A5-BA64-92B1EF29CA41}"/>
              </a:ext>
            </a:extLst>
          </p:cNvPr>
          <p:cNvGrpSpPr>
            <a:grpSpLocks/>
          </p:cNvGrpSpPr>
          <p:nvPr/>
        </p:nvGrpSpPr>
        <p:grpSpPr bwMode="auto">
          <a:xfrm>
            <a:off x="8018462" y="3276600"/>
            <a:ext cx="635000" cy="485775"/>
            <a:chOff x="3061" y="2530"/>
            <a:chExt cx="400" cy="306"/>
          </a:xfrm>
        </p:grpSpPr>
        <p:grpSp>
          <p:nvGrpSpPr>
            <p:cNvPr id="85" name="Group 494">
              <a:extLst>
                <a:ext uri="{FF2B5EF4-FFF2-40B4-BE49-F238E27FC236}">
                  <a16:creationId xmlns:a16="http://schemas.microsoft.com/office/drawing/2014/main" id="{5A998BE7-4121-4A9C-9159-0F29472122E8}"/>
                </a:ext>
              </a:extLst>
            </p:cNvPr>
            <p:cNvGrpSpPr>
              <a:grpSpLocks/>
            </p:cNvGrpSpPr>
            <p:nvPr/>
          </p:nvGrpSpPr>
          <p:grpSpPr bwMode="auto">
            <a:xfrm>
              <a:off x="3061" y="2530"/>
              <a:ext cx="327" cy="81"/>
              <a:chOff x="2199" y="955"/>
              <a:chExt cx="2547" cy="506"/>
            </a:xfrm>
          </p:grpSpPr>
          <p:sp>
            <p:nvSpPr>
              <p:cNvPr id="110" name="Freeform 495">
                <a:extLst>
                  <a:ext uri="{FF2B5EF4-FFF2-40B4-BE49-F238E27FC236}">
                    <a16:creationId xmlns:a16="http://schemas.microsoft.com/office/drawing/2014/main" id="{7A552457-DBE3-4E01-B489-02AFA61F035F}"/>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p:spPr>
            <p:txBody>
              <a:bodyPr/>
              <a:lstStyle/>
              <a:p>
                <a:endParaRPr lang="zh-CN" altLang="en-US"/>
              </a:p>
            </p:txBody>
          </p:sp>
          <p:sp>
            <p:nvSpPr>
              <p:cNvPr id="111" name="Freeform 496">
                <a:extLst>
                  <a:ext uri="{FF2B5EF4-FFF2-40B4-BE49-F238E27FC236}">
                    <a16:creationId xmlns:a16="http://schemas.microsoft.com/office/drawing/2014/main" id="{7E4E01A0-D10F-448E-8870-A840BFC1A7CB}"/>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p:spPr>
            <p:txBody>
              <a:bodyPr/>
              <a:lstStyle/>
              <a:p>
                <a:endParaRPr lang="zh-CN" altLang="en-US"/>
              </a:p>
            </p:txBody>
          </p:sp>
          <p:sp>
            <p:nvSpPr>
              <p:cNvPr id="112" name="Freeform 497">
                <a:extLst>
                  <a:ext uri="{FF2B5EF4-FFF2-40B4-BE49-F238E27FC236}">
                    <a16:creationId xmlns:a16="http://schemas.microsoft.com/office/drawing/2014/main" id="{10AAF0E3-4C88-4735-9823-1A1896797F7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p:spPr>
            <p:txBody>
              <a:bodyPr/>
              <a:lstStyle/>
              <a:p>
                <a:endParaRPr lang="zh-CN" altLang="en-US"/>
              </a:p>
            </p:txBody>
          </p:sp>
          <p:sp>
            <p:nvSpPr>
              <p:cNvPr id="113" name="Freeform 498">
                <a:extLst>
                  <a:ext uri="{FF2B5EF4-FFF2-40B4-BE49-F238E27FC236}">
                    <a16:creationId xmlns:a16="http://schemas.microsoft.com/office/drawing/2014/main" id="{8F3345F2-88B0-404A-883D-9848233CD5A6}"/>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p:spPr>
            <p:txBody>
              <a:bodyPr/>
              <a:lstStyle/>
              <a:p>
                <a:endParaRPr lang="zh-CN" altLang="en-US"/>
              </a:p>
            </p:txBody>
          </p:sp>
          <p:sp>
            <p:nvSpPr>
              <p:cNvPr id="114" name="Freeform 499">
                <a:extLst>
                  <a:ext uri="{FF2B5EF4-FFF2-40B4-BE49-F238E27FC236}">
                    <a16:creationId xmlns:a16="http://schemas.microsoft.com/office/drawing/2014/main" id="{78E1100D-B921-4585-8737-B2B072BC148F}"/>
                  </a:ext>
                </a:extLst>
              </p:cNvPr>
              <p:cNvSpPr>
                <a:spLocks/>
              </p:cNvSpPr>
              <p:nvPr/>
            </p:nvSpPr>
            <p:spPr bwMode="auto">
              <a:xfrm>
                <a:off x="3646" y="997"/>
                <a:ext cx="660" cy="336"/>
              </a:xfrm>
              <a:custGeom>
                <a:avLst/>
                <a:gdLst>
                  <a:gd name="T0" fmla="*/ 473 w 646"/>
                  <a:gd name="T1" fmla="*/ 1642 h 300"/>
                  <a:gd name="T2" fmla="*/ 673 w 646"/>
                  <a:gd name="T3" fmla="*/ 1387 h 300"/>
                  <a:gd name="T4" fmla="*/ 837 w 646"/>
                  <a:gd name="T5" fmla="*/ 1046 h 300"/>
                  <a:gd name="T6" fmla="*/ 864 w 646"/>
                  <a:gd name="T7" fmla="*/ 586 h 300"/>
                  <a:gd name="T8" fmla="*/ 633 w 646"/>
                  <a:gd name="T9" fmla="*/ 328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p:spPr>
            <p:txBody>
              <a:bodyPr/>
              <a:lstStyle/>
              <a:p>
                <a:endParaRPr lang="zh-CN" altLang="en-US"/>
              </a:p>
            </p:txBody>
          </p:sp>
          <p:sp>
            <p:nvSpPr>
              <p:cNvPr id="115" name="Freeform 500">
                <a:extLst>
                  <a:ext uri="{FF2B5EF4-FFF2-40B4-BE49-F238E27FC236}">
                    <a16:creationId xmlns:a16="http://schemas.microsoft.com/office/drawing/2014/main" id="{11B59637-877F-4B50-B53F-DEBF13250F2B}"/>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p:spPr>
            <p:txBody>
              <a:bodyPr/>
              <a:lstStyle/>
              <a:p>
                <a:endParaRPr lang="zh-CN" altLang="en-US"/>
              </a:p>
            </p:txBody>
          </p:sp>
        </p:grpSp>
        <p:pic>
          <p:nvPicPr>
            <p:cNvPr id="86" name="Picture 549" descr="laptop_keyboard">
              <a:extLst>
                <a:ext uri="{FF2B5EF4-FFF2-40B4-BE49-F238E27FC236}">
                  <a16:creationId xmlns:a16="http://schemas.microsoft.com/office/drawing/2014/main" id="{6EA69275-C008-44A5-A8D9-975D810DF3D8}"/>
                </a:ext>
              </a:extLst>
            </p:cNvPr>
            <p:cNvPicPr>
              <a:picLocks noChangeAspect="1" noChangeArrowheads="1"/>
            </p:cNvPicPr>
            <p:nvPr/>
          </p:nvPicPr>
          <p:blipFill>
            <a:blip r:embed="rId5"/>
            <a:srcRect/>
            <a:stretch>
              <a:fillRect/>
            </a:stretch>
          </p:blipFill>
          <p:spPr bwMode="auto">
            <a:xfrm rot="109064" flipH="1">
              <a:off x="3109" y="2736"/>
              <a:ext cx="245" cy="100"/>
            </a:xfrm>
            <a:prstGeom prst="rect">
              <a:avLst/>
            </a:prstGeom>
            <a:noFill/>
            <a:ln w="9525">
              <a:noFill/>
              <a:miter lim="800000"/>
              <a:headEnd/>
              <a:tailEnd/>
            </a:ln>
          </p:spPr>
        </p:pic>
        <p:sp>
          <p:nvSpPr>
            <p:cNvPr id="87" name="Freeform 550">
              <a:extLst>
                <a:ext uri="{FF2B5EF4-FFF2-40B4-BE49-F238E27FC236}">
                  <a16:creationId xmlns:a16="http://schemas.microsoft.com/office/drawing/2014/main" id="{CF924DD6-9661-4D35-8710-42225EA3498A}"/>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88" name="Picture 551" descr="screen">
              <a:extLst>
                <a:ext uri="{FF2B5EF4-FFF2-40B4-BE49-F238E27FC236}">
                  <a16:creationId xmlns:a16="http://schemas.microsoft.com/office/drawing/2014/main" id="{4BC4415D-DB78-40DC-AF31-D23DC95F3B63}"/>
                </a:ext>
              </a:extLst>
            </p:cNvPr>
            <p:cNvPicPr>
              <a:picLocks noChangeAspect="1" noChangeArrowheads="1"/>
            </p:cNvPicPr>
            <p:nvPr/>
          </p:nvPicPr>
          <p:blipFill>
            <a:blip r:embed="rId6"/>
            <a:srcRect/>
            <a:stretch>
              <a:fillRect/>
            </a:stretch>
          </p:blipFill>
          <p:spPr bwMode="auto">
            <a:xfrm>
              <a:off x="3200" y="2641"/>
              <a:ext cx="179" cy="120"/>
            </a:xfrm>
            <a:prstGeom prst="rect">
              <a:avLst/>
            </a:prstGeom>
            <a:noFill/>
            <a:ln w="9525">
              <a:noFill/>
              <a:miter lim="800000"/>
              <a:headEnd/>
              <a:tailEnd/>
            </a:ln>
          </p:spPr>
        </p:pic>
        <p:sp>
          <p:nvSpPr>
            <p:cNvPr id="89" name="Freeform 552">
              <a:extLst>
                <a:ext uri="{FF2B5EF4-FFF2-40B4-BE49-F238E27FC236}">
                  <a16:creationId xmlns:a16="http://schemas.microsoft.com/office/drawing/2014/main" id="{FF6C6AC5-8EA5-4D80-9EE6-E3D2DF592B82}"/>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w="9525">
              <a:noFill/>
              <a:round/>
              <a:headEnd/>
              <a:tailEnd/>
            </a:ln>
          </p:spPr>
          <p:txBody>
            <a:bodyPr/>
            <a:lstStyle/>
            <a:p>
              <a:endParaRPr lang="zh-CN" altLang="en-US"/>
            </a:p>
          </p:txBody>
        </p:sp>
        <p:sp>
          <p:nvSpPr>
            <p:cNvPr id="90" name="Freeform 553">
              <a:extLst>
                <a:ext uri="{FF2B5EF4-FFF2-40B4-BE49-F238E27FC236}">
                  <a16:creationId xmlns:a16="http://schemas.microsoft.com/office/drawing/2014/main" id="{351F643D-37CA-4E61-B52E-4FD10A342212}"/>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w="9525">
              <a:noFill/>
              <a:round/>
              <a:headEnd/>
              <a:tailEnd/>
            </a:ln>
          </p:spPr>
          <p:txBody>
            <a:bodyPr/>
            <a:lstStyle/>
            <a:p>
              <a:endParaRPr lang="zh-CN" altLang="en-US"/>
            </a:p>
          </p:txBody>
        </p:sp>
        <p:sp>
          <p:nvSpPr>
            <p:cNvPr id="91" name="Freeform 554">
              <a:extLst>
                <a:ext uri="{FF2B5EF4-FFF2-40B4-BE49-F238E27FC236}">
                  <a16:creationId xmlns:a16="http://schemas.microsoft.com/office/drawing/2014/main" id="{8CA3061D-3A45-4794-8DDF-819400BFA0E9}"/>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w="9525">
              <a:noFill/>
              <a:round/>
              <a:headEnd/>
              <a:tailEnd/>
            </a:ln>
          </p:spPr>
          <p:txBody>
            <a:bodyPr/>
            <a:lstStyle/>
            <a:p>
              <a:endParaRPr lang="zh-CN" altLang="en-US"/>
            </a:p>
          </p:txBody>
        </p:sp>
        <p:sp>
          <p:nvSpPr>
            <p:cNvPr id="92" name="Freeform 555">
              <a:extLst>
                <a:ext uri="{FF2B5EF4-FFF2-40B4-BE49-F238E27FC236}">
                  <a16:creationId xmlns:a16="http://schemas.microsoft.com/office/drawing/2014/main" id="{F869A8B1-85D3-4CFA-BEDA-02B3DCAF4762}"/>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w="9525">
              <a:noFill/>
              <a:round/>
              <a:headEnd/>
              <a:tailEnd/>
            </a:ln>
          </p:spPr>
          <p:txBody>
            <a:bodyPr/>
            <a:lstStyle/>
            <a:p>
              <a:endParaRPr lang="zh-CN" altLang="en-US"/>
            </a:p>
          </p:txBody>
        </p:sp>
        <p:sp>
          <p:nvSpPr>
            <p:cNvPr id="93" name="Freeform 556">
              <a:extLst>
                <a:ext uri="{FF2B5EF4-FFF2-40B4-BE49-F238E27FC236}">
                  <a16:creationId xmlns:a16="http://schemas.microsoft.com/office/drawing/2014/main" id="{8FB4F81C-BCBC-44F7-B589-F279C57ED114}"/>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w="9525">
              <a:noFill/>
              <a:round/>
              <a:headEnd/>
              <a:tailEnd/>
            </a:ln>
          </p:spPr>
          <p:txBody>
            <a:bodyPr/>
            <a:lstStyle/>
            <a:p>
              <a:endParaRPr lang="zh-CN" altLang="en-US"/>
            </a:p>
          </p:txBody>
        </p:sp>
        <p:sp>
          <p:nvSpPr>
            <p:cNvPr id="94" name="Freeform 557">
              <a:extLst>
                <a:ext uri="{FF2B5EF4-FFF2-40B4-BE49-F238E27FC236}">
                  <a16:creationId xmlns:a16="http://schemas.microsoft.com/office/drawing/2014/main" id="{90B6023B-C5A7-4944-B332-990BF93F8B0C}"/>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w="9525">
              <a:noFill/>
              <a:round/>
              <a:headEnd/>
              <a:tailEnd/>
            </a:ln>
          </p:spPr>
          <p:txBody>
            <a:bodyPr/>
            <a:lstStyle/>
            <a:p>
              <a:endParaRPr lang="zh-CN" altLang="en-US"/>
            </a:p>
          </p:txBody>
        </p:sp>
        <p:grpSp>
          <p:nvGrpSpPr>
            <p:cNvPr id="95" name="Group 558">
              <a:extLst>
                <a:ext uri="{FF2B5EF4-FFF2-40B4-BE49-F238E27FC236}">
                  <a16:creationId xmlns:a16="http://schemas.microsoft.com/office/drawing/2014/main" id="{A285DF5B-3877-4C3F-B66D-984FD3A6561E}"/>
                </a:ext>
              </a:extLst>
            </p:cNvPr>
            <p:cNvGrpSpPr>
              <a:grpSpLocks/>
            </p:cNvGrpSpPr>
            <p:nvPr/>
          </p:nvGrpSpPr>
          <p:grpSpPr bwMode="auto">
            <a:xfrm>
              <a:off x="3186" y="2777"/>
              <a:ext cx="55" cy="24"/>
              <a:chOff x="1740" y="2642"/>
              <a:chExt cx="752" cy="327"/>
            </a:xfrm>
          </p:grpSpPr>
          <p:sp>
            <p:nvSpPr>
              <p:cNvPr id="104" name="Freeform 559">
                <a:extLst>
                  <a:ext uri="{FF2B5EF4-FFF2-40B4-BE49-F238E27FC236}">
                    <a16:creationId xmlns:a16="http://schemas.microsoft.com/office/drawing/2014/main" id="{7B2AFD2C-FBE9-429D-AA5E-68512401BA91}"/>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w="9525">
                <a:noFill/>
                <a:round/>
                <a:headEnd/>
                <a:tailEnd/>
              </a:ln>
            </p:spPr>
            <p:txBody>
              <a:bodyPr/>
              <a:lstStyle/>
              <a:p>
                <a:endParaRPr lang="zh-CN" altLang="en-US"/>
              </a:p>
            </p:txBody>
          </p:sp>
          <p:sp>
            <p:nvSpPr>
              <p:cNvPr id="105" name="Freeform 560">
                <a:extLst>
                  <a:ext uri="{FF2B5EF4-FFF2-40B4-BE49-F238E27FC236}">
                    <a16:creationId xmlns:a16="http://schemas.microsoft.com/office/drawing/2014/main" id="{A293890B-7C38-4E0D-A088-586C9E9FB4AC}"/>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w="9525">
                <a:noFill/>
                <a:round/>
                <a:headEnd/>
                <a:tailEnd/>
              </a:ln>
            </p:spPr>
            <p:txBody>
              <a:bodyPr/>
              <a:lstStyle/>
              <a:p>
                <a:endParaRPr lang="zh-CN" altLang="en-US"/>
              </a:p>
            </p:txBody>
          </p:sp>
          <p:sp>
            <p:nvSpPr>
              <p:cNvPr id="106" name="Freeform 561">
                <a:extLst>
                  <a:ext uri="{FF2B5EF4-FFF2-40B4-BE49-F238E27FC236}">
                    <a16:creationId xmlns:a16="http://schemas.microsoft.com/office/drawing/2014/main" id="{7292AF4F-9D1C-4297-A556-6FA66168DC6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w="9525">
                <a:noFill/>
                <a:round/>
                <a:headEnd/>
                <a:tailEnd/>
              </a:ln>
            </p:spPr>
            <p:txBody>
              <a:bodyPr/>
              <a:lstStyle/>
              <a:p>
                <a:endParaRPr lang="zh-CN" altLang="en-US"/>
              </a:p>
            </p:txBody>
          </p:sp>
          <p:sp>
            <p:nvSpPr>
              <p:cNvPr id="107" name="Freeform 562">
                <a:extLst>
                  <a:ext uri="{FF2B5EF4-FFF2-40B4-BE49-F238E27FC236}">
                    <a16:creationId xmlns:a16="http://schemas.microsoft.com/office/drawing/2014/main" id="{A2259385-F5C6-4864-974C-7E8F3DA62FBD}"/>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w="9525">
                <a:noFill/>
                <a:round/>
                <a:headEnd/>
                <a:tailEnd/>
              </a:ln>
            </p:spPr>
            <p:txBody>
              <a:bodyPr/>
              <a:lstStyle/>
              <a:p>
                <a:endParaRPr lang="zh-CN" altLang="en-US"/>
              </a:p>
            </p:txBody>
          </p:sp>
          <p:sp>
            <p:nvSpPr>
              <p:cNvPr id="108" name="Freeform 563">
                <a:extLst>
                  <a:ext uri="{FF2B5EF4-FFF2-40B4-BE49-F238E27FC236}">
                    <a16:creationId xmlns:a16="http://schemas.microsoft.com/office/drawing/2014/main" id="{F2875C60-FF1A-483D-95ED-D8877A0D5013}"/>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w="9525">
                <a:noFill/>
                <a:round/>
                <a:headEnd/>
                <a:tailEnd/>
              </a:ln>
            </p:spPr>
            <p:txBody>
              <a:bodyPr/>
              <a:lstStyle/>
              <a:p>
                <a:endParaRPr lang="zh-CN" altLang="en-US"/>
              </a:p>
            </p:txBody>
          </p:sp>
          <p:sp>
            <p:nvSpPr>
              <p:cNvPr id="109" name="Freeform 564">
                <a:extLst>
                  <a:ext uri="{FF2B5EF4-FFF2-40B4-BE49-F238E27FC236}">
                    <a16:creationId xmlns:a16="http://schemas.microsoft.com/office/drawing/2014/main" id="{73818BBA-D73E-4CDD-A224-6C8EA19C6418}"/>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w="9525">
                <a:noFill/>
                <a:round/>
                <a:headEnd/>
                <a:tailEnd/>
              </a:ln>
            </p:spPr>
            <p:txBody>
              <a:bodyPr/>
              <a:lstStyle/>
              <a:p>
                <a:endParaRPr lang="zh-CN" altLang="en-US"/>
              </a:p>
            </p:txBody>
          </p:sp>
        </p:grpSp>
        <p:sp>
          <p:nvSpPr>
            <p:cNvPr id="96" name="Freeform 565">
              <a:extLst>
                <a:ext uri="{FF2B5EF4-FFF2-40B4-BE49-F238E27FC236}">
                  <a16:creationId xmlns:a16="http://schemas.microsoft.com/office/drawing/2014/main" id="{CBBAB653-12EE-4AE5-B419-13BB48F7D33C}"/>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w="9525">
              <a:noFill/>
              <a:round/>
              <a:headEnd/>
              <a:tailEnd/>
            </a:ln>
          </p:spPr>
          <p:txBody>
            <a:bodyPr/>
            <a:lstStyle/>
            <a:p>
              <a:endParaRPr lang="zh-CN" altLang="en-US"/>
            </a:p>
          </p:txBody>
        </p:sp>
        <p:sp>
          <p:nvSpPr>
            <p:cNvPr id="97" name="Freeform 566">
              <a:extLst>
                <a:ext uri="{FF2B5EF4-FFF2-40B4-BE49-F238E27FC236}">
                  <a16:creationId xmlns:a16="http://schemas.microsoft.com/office/drawing/2014/main" id="{DF11B600-0DA8-4E24-BB28-EE5CC5EC83B5}"/>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98" name="Freeform 567">
              <a:extLst>
                <a:ext uri="{FF2B5EF4-FFF2-40B4-BE49-F238E27FC236}">
                  <a16:creationId xmlns:a16="http://schemas.microsoft.com/office/drawing/2014/main" id="{E622262B-6982-4E0A-B649-41E1DEF6F93B}"/>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w="9525">
              <a:noFill/>
              <a:round/>
              <a:headEnd/>
              <a:tailEnd/>
            </a:ln>
          </p:spPr>
          <p:txBody>
            <a:bodyPr/>
            <a:lstStyle/>
            <a:p>
              <a:endParaRPr lang="zh-CN" altLang="en-US"/>
            </a:p>
          </p:txBody>
        </p:sp>
        <p:sp>
          <p:nvSpPr>
            <p:cNvPr id="99" name="Freeform 568">
              <a:extLst>
                <a:ext uri="{FF2B5EF4-FFF2-40B4-BE49-F238E27FC236}">
                  <a16:creationId xmlns:a16="http://schemas.microsoft.com/office/drawing/2014/main" id="{44D554F9-E814-41E1-9A41-6F8F3D28EA28}"/>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w="9525">
              <a:noFill/>
              <a:round/>
              <a:headEnd/>
              <a:tailEnd/>
            </a:ln>
          </p:spPr>
          <p:txBody>
            <a:bodyPr/>
            <a:lstStyle/>
            <a:p>
              <a:endParaRPr lang="zh-CN" altLang="en-US"/>
            </a:p>
          </p:txBody>
        </p:sp>
        <p:sp>
          <p:nvSpPr>
            <p:cNvPr id="100" name="Freeform 569">
              <a:extLst>
                <a:ext uri="{FF2B5EF4-FFF2-40B4-BE49-F238E27FC236}">
                  <a16:creationId xmlns:a16="http://schemas.microsoft.com/office/drawing/2014/main" id="{ACD5817F-CD1F-4A38-A7AA-C98C50B357F9}"/>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101" name="Freeform 570">
              <a:extLst>
                <a:ext uri="{FF2B5EF4-FFF2-40B4-BE49-F238E27FC236}">
                  <a16:creationId xmlns:a16="http://schemas.microsoft.com/office/drawing/2014/main" id="{3C2AC66D-1955-4F38-BA27-45C18F163B7B}"/>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102" name="Freeform 589">
              <a:extLst>
                <a:ext uri="{FF2B5EF4-FFF2-40B4-BE49-F238E27FC236}">
                  <a16:creationId xmlns:a16="http://schemas.microsoft.com/office/drawing/2014/main" id="{451B2C42-B90F-404F-ACF1-26E9C9C90759}"/>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w="9525">
              <a:noFill/>
              <a:round/>
              <a:headEnd/>
              <a:tailEnd/>
            </a:ln>
          </p:spPr>
          <p:txBody>
            <a:bodyPr/>
            <a:lstStyle/>
            <a:p>
              <a:endParaRPr lang="zh-CN" altLang="en-US"/>
            </a:p>
          </p:txBody>
        </p:sp>
        <p:sp>
          <p:nvSpPr>
            <p:cNvPr id="103" name="Freeform 590">
              <a:extLst>
                <a:ext uri="{FF2B5EF4-FFF2-40B4-BE49-F238E27FC236}">
                  <a16:creationId xmlns:a16="http://schemas.microsoft.com/office/drawing/2014/main" id="{13057C68-0AC1-43FE-A4D0-DC525A92BE5F}"/>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w="9525">
              <a:noFill/>
              <a:round/>
              <a:headEnd/>
              <a:tailEnd/>
            </a:ln>
          </p:spPr>
          <p:txBody>
            <a:bodyPr/>
            <a:lstStyle/>
            <a:p>
              <a:endParaRPr lang="zh-CN" altLang="en-US"/>
            </a:p>
          </p:txBody>
        </p:sp>
      </p:grpSp>
      <p:grpSp>
        <p:nvGrpSpPr>
          <p:cNvPr id="116" name="Group 632">
            <a:extLst>
              <a:ext uri="{FF2B5EF4-FFF2-40B4-BE49-F238E27FC236}">
                <a16:creationId xmlns:a16="http://schemas.microsoft.com/office/drawing/2014/main" id="{6EB747DF-708E-44CA-88E0-00DB283BCD36}"/>
              </a:ext>
            </a:extLst>
          </p:cNvPr>
          <p:cNvGrpSpPr>
            <a:grpSpLocks/>
          </p:cNvGrpSpPr>
          <p:nvPr/>
        </p:nvGrpSpPr>
        <p:grpSpPr bwMode="auto">
          <a:xfrm>
            <a:off x="8905875" y="3444875"/>
            <a:ext cx="536575" cy="401637"/>
            <a:chOff x="3328" y="2543"/>
            <a:chExt cx="338" cy="253"/>
          </a:xfrm>
        </p:grpSpPr>
        <p:grpSp>
          <p:nvGrpSpPr>
            <p:cNvPr id="117" name="Group 487">
              <a:extLst>
                <a:ext uri="{FF2B5EF4-FFF2-40B4-BE49-F238E27FC236}">
                  <a16:creationId xmlns:a16="http://schemas.microsoft.com/office/drawing/2014/main" id="{C1360DAE-DC9D-43BE-B001-CFBFC4525589}"/>
                </a:ext>
              </a:extLst>
            </p:cNvPr>
            <p:cNvGrpSpPr>
              <a:grpSpLocks/>
            </p:cNvGrpSpPr>
            <p:nvPr/>
          </p:nvGrpSpPr>
          <p:grpSpPr bwMode="auto">
            <a:xfrm>
              <a:off x="3328" y="2543"/>
              <a:ext cx="327" cy="81"/>
              <a:chOff x="2199" y="955"/>
              <a:chExt cx="2547" cy="506"/>
            </a:xfrm>
          </p:grpSpPr>
          <p:sp>
            <p:nvSpPr>
              <p:cNvPr id="138" name="Freeform 488">
                <a:extLst>
                  <a:ext uri="{FF2B5EF4-FFF2-40B4-BE49-F238E27FC236}">
                    <a16:creationId xmlns:a16="http://schemas.microsoft.com/office/drawing/2014/main" id="{88EB8B44-A55F-4C55-8D52-7184A64AB43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p:spPr>
            <p:txBody>
              <a:bodyPr/>
              <a:lstStyle/>
              <a:p>
                <a:endParaRPr lang="zh-CN" altLang="en-US"/>
              </a:p>
            </p:txBody>
          </p:sp>
          <p:sp>
            <p:nvSpPr>
              <p:cNvPr id="139" name="Freeform 489">
                <a:extLst>
                  <a:ext uri="{FF2B5EF4-FFF2-40B4-BE49-F238E27FC236}">
                    <a16:creationId xmlns:a16="http://schemas.microsoft.com/office/drawing/2014/main" id="{023F9DC3-F267-4CA2-A9FA-2A05CE284E7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p:spPr>
            <p:txBody>
              <a:bodyPr/>
              <a:lstStyle/>
              <a:p>
                <a:endParaRPr lang="zh-CN" altLang="en-US"/>
              </a:p>
            </p:txBody>
          </p:sp>
          <p:sp>
            <p:nvSpPr>
              <p:cNvPr id="140" name="Freeform 490">
                <a:extLst>
                  <a:ext uri="{FF2B5EF4-FFF2-40B4-BE49-F238E27FC236}">
                    <a16:creationId xmlns:a16="http://schemas.microsoft.com/office/drawing/2014/main" id="{40E695A7-3D80-404A-95BF-AB9AF2B39F4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p:spPr>
            <p:txBody>
              <a:bodyPr/>
              <a:lstStyle/>
              <a:p>
                <a:endParaRPr lang="zh-CN" altLang="en-US"/>
              </a:p>
            </p:txBody>
          </p:sp>
          <p:sp>
            <p:nvSpPr>
              <p:cNvPr id="141" name="Freeform 491">
                <a:extLst>
                  <a:ext uri="{FF2B5EF4-FFF2-40B4-BE49-F238E27FC236}">
                    <a16:creationId xmlns:a16="http://schemas.microsoft.com/office/drawing/2014/main" id="{1E865DBE-10D1-4A4A-A2D9-F39802F3AE3E}"/>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p:spPr>
            <p:txBody>
              <a:bodyPr/>
              <a:lstStyle/>
              <a:p>
                <a:endParaRPr lang="zh-CN" altLang="en-US"/>
              </a:p>
            </p:txBody>
          </p:sp>
          <p:sp>
            <p:nvSpPr>
              <p:cNvPr id="142" name="Freeform 492">
                <a:extLst>
                  <a:ext uri="{FF2B5EF4-FFF2-40B4-BE49-F238E27FC236}">
                    <a16:creationId xmlns:a16="http://schemas.microsoft.com/office/drawing/2014/main" id="{E1C3FD94-20BD-4F4B-BAF0-0D3F7FB82C23}"/>
                  </a:ext>
                </a:extLst>
              </p:cNvPr>
              <p:cNvSpPr>
                <a:spLocks/>
              </p:cNvSpPr>
              <p:nvPr/>
            </p:nvSpPr>
            <p:spPr bwMode="auto">
              <a:xfrm>
                <a:off x="3646" y="997"/>
                <a:ext cx="660" cy="336"/>
              </a:xfrm>
              <a:custGeom>
                <a:avLst/>
                <a:gdLst>
                  <a:gd name="T0" fmla="*/ 473 w 646"/>
                  <a:gd name="T1" fmla="*/ 1642 h 300"/>
                  <a:gd name="T2" fmla="*/ 673 w 646"/>
                  <a:gd name="T3" fmla="*/ 1387 h 300"/>
                  <a:gd name="T4" fmla="*/ 837 w 646"/>
                  <a:gd name="T5" fmla="*/ 1046 h 300"/>
                  <a:gd name="T6" fmla="*/ 864 w 646"/>
                  <a:gd name="T7" fmla="*/ 586 h 300"/>
                  <a:gd name="T8" fmla="*/ 633 w 646"/>
                  <a:gd name="T9" fmla="*/ 328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p:spPr>
            <p:txBody>
              <a:bodyPr/>
              <a:lstStyle/>
              <a:p>
                <a:endParaRPr lang="zh-CN" altLang="en-US"/>
              </a:p>
            </p:txBody>
          </p:sp>
          <p:sp>
            <p:nvSpPr>
              <p:cNvPr id="143" name="Freeform 493">
                <a:extLst>
                  <a:ext uri="{FF2B5EF4-FFF2-40B4-BE49-F238E27FC236}">
                    <a16:creationId xmlns:a16="http://schemas.microsoft.com/office/drawing/2014/main" id="{2485123E-AC47-495A-A485-D3D0371070E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p:spPr>
            <p:txBody>
              <a:bodyPr/>
              <a:lstStyle/>
              <a:p>
                <a:endParaRPr lang="zh-CN" altLang="en-US"/>
              </a:p>
            </p:txBody>
          </p:sp>
        </p:grpSp>
        <p:pic>
          <p:nvPicPr>
            <p:cNvPr id="118" name="Picture 571" descr="laptop_keyboard">
              <a:extLst>
                <a:ext uri="{FF2B5EF4-FFF2-40B4-BE49-F238E27FC236}">
                  <a16:creationId xmlns:a16="http://schemas.microsoft.com/office/drawing/2014/main" id="{B0D3E3B3-A393-442B-AA92-B6924D8B5911}"/>
                </a:ext>
              </a:extLst>
            </p:cNvPr>
            <p:cNvPicPr>
              <a:picLocks noChangeAspect="1" noChangeArrowheads="1"/>
            </p:cNvPicPr>
            <p:nvPr/>
          </p:nvPicPr>
          <p:blipFill>
            <a:blip r:embed="rId5"/>
            <a:srcRect/>
            <a:stretch>
              <a:fillRect/>
            </a:stretch>
          </p:blipFill>
          <p:spPr bwMode="auto">
            <a:xfrm rot="109064" flipH="1">
              <a:off x="3381" y="2696"/>
              <a:ext cx="245" cy="100"/>
            </a:xfrm>
            <a:prstGeom prst="rect">
              <a:avLst/>
            </a:prstGeom>
            <a:noFill/>
            <a:ln w="9525">
              <a:noFill/>
              <a:miter lim="800000"/>
              <a:headEnd/>
              <a:tailEnd/>
            </a:ln>
          </p:spPr>
        </p:pic>
        <p:sp>
          <p:nvSpPr>
            <p:cNvPr id="119" name="Freeform 572">
              <a:extLst>
                <a:ext uri="{FF2B5EF4-FFF2-40B4-BE49-F238E27FC236}">
                  <a16:creationId xmlns:a16="http://schemas.microsoft.com/office/drawing/2014/main" id="{D032EC98-3DBB-4EC7-8B89-BCF67DD92AB9}"/>
                </a:ext>
              </a:extLst>
            </p:cNvPr>
            <p:cNvSpPr>
              <a:spLocks/>
            </p:cNvSpPr>
            <p:nvPr/>
          </p:nvSpPr>
          <p:spPr bwMode="auto">
            <a:xfrm>
              <a:off x="3462" y="259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120" name="Picture 573" descr="screen">
              <a:extLst>
                <a:ext uri="{FF2B5EF4-FFF2-40B4-BE49-F238E27FC236}">
                  <a16:creationId xmlns:a16="http://schemas.microsoft.com/office/drawing/2014/main" id="{AA27AD35-6E28-4F1E-9B5D-03A8121399AF}"/>
                </a:ext>
              </a:extLst>
            </p:cNvPr>
            <p:cNvPicPr>
              <a:picLocks noChangeAspect="1" noChangeArrowheads="1"/>
            </p:cNvPicPr>
            <p:nvPr/>
          </p:nvPicPr>
          <p:blipFill>
            <a:blip r:embed="rId6"/>
            <a:srcRect/>
            <a:stretch>
              <a:fillRect/>
            </a:stretch>
          </p:blipFill>
          <p:spPr bwMode="auto">
            <a:xfrm>
              <a:off x="3472" y="2601"/>
              <a:ext cx="179" cy="120"/>
            </a:xfrm>
            <a:prstGeom prst="rect">
              <a:avLst/>
            </a:prstGeom>
            <a:noFill/>
            <a:ln w="9525">
              <a:noFill/>
              <a:miter lim="800000"/>
              <a:headEnd/>
              <a:tailEnd/>
            </a:ln>
          </p:spPr>
        </p:pic>
        <p:sp>
          <p:nvSpPr>
            <p:cNvPr id="121" name="Freeform 574">
              <a:extLst>
                <a:ext uri="{FF2B5EF4-FFF2-40B4-BE49-F238E27FC236}">
                  <a16:creationId xmlns:a16="http://schemas.microsoft.com/office/drawing/2014/main" id="{C4BD667A-7EE8-4A78-BD4C-3F3CF56E220C}"/>
                </a:ext>
              </a:extLst>
            </p:cNvPr>
            <p:cNvSpPr>
              <a:spLocks/>
            </p:cNvSpPr>
            <p:nvPr/>
          </p:nvSpPr>
          <p:spPr bwMode="auto">
            <a:xfrm>
              <a:off x="3498" y="259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w="9525">
              <a:noFill/>
              <a:round/>
              <a:headEnd/>
              <a:tailEnd/>
            </a:ln>
          </p:spPr>
          <p:txBody>
            <a:bodyPr/>
            <a:lstStyle/>
            <a:p>
              <a:endParaRPr lang="zh-CN" altLang="en-US"/>
            </a:p>
          </p:txBody>
        </p:sp>
        <p:sp>
          <p:nvSpPr>
            <p:cNvPr id="122" name="Freeform 575">
              <a:extLst>
                <a:ext uri="{FF2B5EF4-FFF2-40B4-BE49-F238E27FC236}">
                  <a16:creationId xmlns:a16="http://schemas.microsoft.com/office/drawing/2014/main" id="{25EEEE45-7A89-4DB0-9B64-0034756B9485}"/>
                </a:ext>
              </a:extLst>
            </p:cNvPr>
            <p:cNvSpPr>
              <a:spLocks/>
            </p:cNvSpPr>
            <p:nvPr/>
          </p:nvSpPr>
          <p:spPr bwMode="auto">
            <a:xfrm>
              <a:off x="3461" y="259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w="9525">
              <a:noFill/>
              <a:round/>
              <a:headEnd/>
              <a:tailEnd/>
            </a:ln>
          </p:spPr>
          <p:txBody>
            <a:bodyPr/>
            <a:lstStyle/>
            <a:p>
              <a:endParaRPr lang="zh-CN" altLang="en-US"/>
            </a:p>
          </p:txBody>
        </p:sp>
        <p:sp>
          <p:nvSpPr>
            <p:cNvPr id="123" name="Freeform 576">
              <a:extLst>
                <a:ext uri="{FF2B5EF4-FFF2-40B4-BE49-F238E27FC236}">
                  <a16:creationId xmlns:a16="http://schemas.microsoft.com/office/drawing/2014/main" id="{EB55A4A7-27DA-48F4-8A7D-50AF81EBDB6F}"/>
                </a:ext>
              </a:extLst>
            </p:cNvPr>
            <p:cNvSpPr>
              <a:spLocks/>
            </p:cNvSpPr>
            <p:nvPr/>
          </p:nvSpPr>
          <p:spPr bwMode="auto">
            <a:xfrm>
              <a:off x="3614" y="261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w="9525">
              <a:noFill/>
              <a:round/>
              <a:headEnd/>
              <a:tailEnd/>
            </a:ln>
          </p:spPr>
          <p:txBody>
            <a:bodyPr/>
            <a:lstStyle/>
            <a:p>
              <a:endParaRPr lang="zh-CN" altLang="en-US"/>
            </a:p>
          </p:txBody>
        </p:sp>
        <p:sp>
          <p:nvSpPr>
            <p:cNvPr id="124" name="Freeform 577">
              <a:extLst>
                <a:ext uri="{FF2B5EF4-FFF2-40B4-BE49-F238E27FC236}">
                  <a16:creationId xmlns:a16="http://schemas.microsoft.com/office/drawing/2014/main" id="{2A1DA011-BA9C-4941-8AA5-E5A4542252FD}"/>
                </a:ext>
              </a:extLst>
            </p:cNvPr>
            <p:cNvSpPr>
              <a:spLocks/>
            </p:cNvSpPr>
            <p:nvPr/>
          </p:nvSpPr>
          <p:spPr bwMode="auto">
            <a:xfrm>
              <a:off x="3460" y="269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w="9525">
              <a:noFill/>
              <a:round/>
              <a:headEnd/>
              <a:tailEnd/>
            </a:ln>
          </p:spPr>
          <p:txBody>
            <a:bodyPr/>
            <a:lstStyle/>
            <a:p>
              <a:endParaRPr lang="zh-CN" altLang="en-US"/>
            </a:p>
          </p:txBody>
        </p:sp>
        <p:sp>
          <p:nvSpPr>
            <p:cNvPr id="125" name="Freeform 578">
              <a:extLst>
                <a:ext uri="{FF2B5EF4-FFF2-40B4-BE49-F238E27FC236}">
                  <a16:creationId xmlns:a16="http://schemas.microsoft.com/office/drawing/2014/main" id="{6B883E98-E414-4C21-8B96-D08D158FEB4C}"/>
                </a:ext>
              </a:extLst>
            </p:cNvPr>
            <p:cNvSpPr>
              <a:spLocks/>
            </p:cNvSpPr>
            <p:nvPr/>
          </p:nvSpPr>
          <p:spPr bwMode="auto">
            <a:xfrm>
              <a:off x="3619" y="261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w="9525">
              <a:noFill/>
              <a:round/>
              <a:headEnd/>
              <a:tailEnd/>
            </a:ln>
          </p:spPr>
          <p:txBody>
            <a:bodyPr/>
            <a:lstStyle/>
            <a:p>
              <a:endParaRPr lang="zh-CN" altLang="en-US"/>
            </a:p>
          </p:txBody>
        </p:sp>
        <p:sp>
          <p:nvSpPr>
            <p:cNvPr id="126" name="Freeform 579">
              <a:extLst>
                <a:ext uri="{FF2B5EF4-FFF2-40B4-BE49-F238E27FC236}">
                  <a16:creationId xmlns:a16="http://schemas.microsoft.com/office/drawing/2014/main" id="{CA3C801D-8E31-4A35-B151-9715DB2EFB06}"/>
                </a:ext>
              </a:extLst>
            </p:cNvPr>
            <p:cNvSpPr>
              <a:spLocks/>
            </p:cNvSpPr>
            <p:nvPr/>
          </p:nvSpPr>
          <p:spPr bwMode="auto">
            <a:xfrm>
              <a:off x="3460" y="269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w="9525">
              <a:noFill/>
              <a:round/>
              <a:headEnd/>
              <a:tailEnd/>
            </a:ln>
          </p:spPr>
          <p:txBody>
            <a:bodyPr/>
            <a:lstStyle/>
            <a:p>
              <a:endParaRPr lang="zh-CN" altLang="en-US"/>
            </a:p>
          </p:txBody>
        </p:sp>
        <p:grpSp>
          <p:nvGrpSpPr>
            <p:cNvPr id="127" name="Group 580">
              <a:extLst>
                <a:ext uri="{FF2B5EF4-FFF2-40B4-BE49-F238E27FC236}">
                  <a16:creationId xmlns:a16="http://schemas.microsoft.com/office/drawing/2014/main" id="{168960D7-661C-45B9-9735-FBCD3AFDAE50}"/>
                </a:ext>
              </a:extLst>
            </p:cNvPr>
            <p:cNvGrpSpPr>
              <a:grpSpLocks/>
            </p:cNvGrpSpPr>
            <p:nvPr/>
          </p:nvGrpSpPr>
          <p:grpSpPr bwMode="auto">
            <a:xfrm>
              <a:off x="3458" y="2737"/>
              <a:ext cx="55" cy="24"/>
              <a:chOff x="1740" y="2642"/>
              <a:chExt cx="752" cy="327"/>
            </a:xfrm>
          </p:grpSpPr>
          <p:sp>
            <p:nvSpPr>
              <p:cNvPr id="132" name="Freeform 581">
                <a:extLst>
                  <a:ext uri="{FF2B5EF4-FFF2-40B4-BE49-F238E27FC236}">
                    <a16:creationId xmlns:a16="http://schemas.microsoft.com/office/drawing/2014/main" id="{A8801BEB-8208-4140-8E32-A11BBD74FAC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w="9525">
                <a:noFill/>
                <a:round/>
                <a:headEnd/>
                <a:tailEnd/>
              </a:ln>
            </p:spPr>
            <p:txBody>
              <a:bodyPr/>
              <a:lstStyle/>
              <a:p>
                <a:endParaRPr lang="zh-CN" altLang="en-US"/>
              </a:p>
            </p:txBody>
          </p:sp>
          <p:sp>
            <p:nvSpPr>
              <p:cNvPr id="133" name="Freeform 582">
                <a:extLst>
                  <a:ext uri="{FF2B5EF4-FFF2-40B4-BE49-F238E27FC236}">
                    <a16:creationId xmlns:a16="http://schemas.microsoft.com/office/drawing/2014/main" id="{7D81A1A9-8E9B-4592-A1D9-9D12EEC3E661}"/>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w="9525">
                <a:noFill/>
                <a:round/>
                <a:headEnd/>
                <a:tailEnd/>
              </a:ln>
            </p:spPr>
            <p:txBody>
              <a:bodyPr/>
              <a:lstStyle/>
              <a:p>
                <a:endParaRPr lang="zh-CN" altLang="en-US"/>
              </a:p>
            </p:txBody>
          </p:sp>
          <p:sp>
            <p:nvSpPr>
              <p:cNvPr id="134" name="Freeform 583">
                <a:extLst>
                  <a:ext uri="{FF2B5EF4-FFF2-40B4-BE49-F238E27FC236}">
                    <a16:creationId xmlns:a16="http://schemas.microsoft.com/office/drawing/2014/main" id="{E8C3C0D0-6D0C-42EC-8DAA-EE7C098276AC}"/>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w="9525">
                <a:noFill/>
                <a:round/>
                <a:headEnd/>
                <a:tailEnd/>
              </a:ln>
            </p:spPr>
            <p:txBody>
              <a:bodyPr/>
              <a:lstStyle/>
              <a:p>
                <a:endParaRPr lang="zh-CN" altLang="en-US"/>
              </a:p>
            </p:txBody>
          </p:sp>
          <p:sp>
            <p:nvSpPr>
              <p:cNvPr id="135" name="Freeform 584">
                <a:extLst>
                  <a:ext uri="{FF2B5EF4-FFF2-40B4-BE49-F238E27FC236}">
                    <a16:creationId xmlns:a16="http://schemas.microsoft.com/office/drawing/2014/main" id="{A0D3F63D-B420-498E-95CE-D6867D77CDB9}"/>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w="9525">
                <a:noFill/>
                <a:round/>
                <a:headEnd/>
                <a:tailEnd/>
              </a:ln>
            </p:spPr>
            <p:txBody>
              <a:bodyPr/>
              <a:lstStyle/>
              <a:p>
                <a:endParaRPr lang="zh-CN" altLang="en-US"/>
              </a:p>
            </p:txBody>
          </p:sp>
          <p:sp>
            <p:nvSpPr>
              <p:cNvPr id="136" name="Freeform 585">
                <a:extLst>
                  <a:ext uri="{FF2B5EF4-FFF2-40B4-BE49-F238E27FC236}">
                    <a16:creationId xmlns:a16="http://schemas.microsoft.com/office/drawing/2014/main" id="{D0B237E0-7CF4-42F0-9D87-57479DCB0566}"/>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w="9525">
                <a:noFill/>
                <a:round/>
                <a:headEnd/>
                <a:tailEnd/>
              </a:ln>
            </p:spPr>
            <p:txBody>
              <a:bodyPr/>
              <a:lstStyle/>
              <a:p>
                <a:endParaRPr lang="zh-CN" altLang="en-US"/>
              </a:p>
            </p:txBody>
          </p:sp>
          <p:sp>
            <p:nvSpPr>
              <p:cNvPr id="137" name="Freeform 586">
                <a:extLst>
                  <a:ext uri="{FF2B5EF4-FFF2-40B4-BE49-F238E27FC236}">
                    <a16:creationId xmlns:a16="http://schemas.microsoft.com/office/drawing/2014/main" id="{8C55F68A-7550-43A7-8F4B-1195D5090E2F}"/>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w="9525">
                <a:noFill/>
                <a:round/>
                <a:headEnd/>
                <a:tailEnd/>
              </a:ln>
            </p:spPr>
            <p:txBody>
              <a:bodyPr/>
              <a:lstStyle/>
              <a:p>
                <a:endParaRPr lang="zh-CN" altLang="en-US"/>
              </a:p>
            </p:txBody>
          </p:sp>
        </p:grpSp>
        <p:sp>
          <p:nvSpPr>
            <p:cNvPr id="128" name="Freeform 587">
              <a:extLst>
                <a:ext uri="{FF2B5EF4-FFF2-40B4-BE49-F238E27FC236}">
                  <a16:creationId xmlns:a16="http://schemas.microsoft.com/office/drawing/2014/main" id="{9FD8C0EE-3870-403C-A284-BD5F3E94B182}"/>
                </a:ext>
              </a:extLst>
            </p:cNvPr>
            <p:cNvSpPr>
              <a:spLocks/>
            </p:cNvSpPr>
            <p:nvPr/>
          </p:nvSpPr>
          <p:spPr bwMode="auto">
            <a:xfrm>
              <a:off x="3552" y="274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w="9525">
              <a:noFill/>
              <a:round/>
              <a:headEnd/>
              <a:tailEnd/>
            </a:ln>
          </p:spPr>
          <p:txBody>
            <a:bodyPr/>
            <a:lstStyle/>
            <a:p>
              <a:endParaRPr lang="zh-CN" altLang="en-US"/>
            </a:p>
          </p:txBody>
        </p:sp>
        <p:sp>
          <p:nvSpPr>
            <p:cNvPr id="129" name="Freeform 588">
              <a:extLst>
                <a:ext uri="{FF2B5EF4-FFF2-40B4-BE49-F238E27FC236}">
                  <a16:creationId xmlns:a16="http://schemas.microsoft.com/office/drawing/2014/main" id="{A8C36D1B-F1E2-48AA-84D6-BB0B3261115F}"/>
                </a:ext>
              </a:extLst>
            </p:cNvPr>
            <p:cNvSpPr>
              <a:spLocks/>
            </p:cNvSpPr>
            <p:nvPr/>
          </p:nvSpPr>
          <p:spPr bwMode="auto">
            <a:xfrm>
              <a:off x="3381" y="274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130" name="Freeform 591">
              <a:extLst>
                <a:ext uri="{FF2B5EF4-FFF2-40B4-BE49-F238E27FC236}">
                  <a16:creationId xmlns:a16="http://schemas.microsoft.com/office/drawing/2014/main" id="{A7A319C1-E1AC-48EC-BA3A-ACA4F050752B}"/>
                </a:ext>
              </a:extLst>
            </p:cNvPr>
            <p:cNvSpPr>
              <a:spLocks/>
            </p:cNvSpPr>
            <p:nvPr/>
          </p:nvSpPr>
          <p:spPr bwMode="auto">
            <a:xfrm>
              <a:off x="3387" y="273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131" name="Freeform 592">
              <a:extLst>
                <a:ext uri="{FF2B5EF4-FFF2-40B4-BE49-F238E27FC236}">
                  <a16:creationId xmlns:a16="http://schemas.microsoft.com/office/drawing/2014/main" id="{82033936-96A0-457A-8EB6-E172AEA35868}"/>
                </a:ext>
              </a:extLst>
            </p:cNvPr>
            <p:cNvSpPr>
              <a:spLocks/>
            </p:cNvSpPr>
            <p:nvPr/>
          </p:nvSpPr>
          <p:spPr bwMode="auto">
            <a:xfrm flipV="1">
              <a:off x="3549" y="273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grpSp>
      <p:grpSp>
        <p:nvGrpSpPr>
          <p:cNvPr id="144" name="Group 631">
            <a:extLst>
              <a:ext uri="{FF2B5EF4-FFF2-40B4-BE49-F238E27FC236}">
                <a16:creationId xmlns:a16="http://schemas.microsoft.com/office/drawing/2014/main" id="{53562290-533F-4C72-81AB-D3DB5E299953}"/>
              </a:ext>
            </a:extLst>
          </p:cNvPr>
          <p:cNvGrpSpPr>
            <a:grpSpLocks/>
          </p:cNvGrpSpPr>
          <p:nvPr/>
        </p:nvGrpSpPr>
        <p:grpSpPr bwMode="auto">
          <a:xfrm>
            <a:off x="8288337" y="3705225"/>
            <a:ext cx="585788" cy="419100"/>
            <a:chOff x="5096" y="2218"/>
            <a:chExt cx="369" cy="264"/>
          </a:xfrm>
        </p:grpSpPr>
        <p:grpSp>
          <p:nvGrpSpPr>
            <p:cNvPr id="145" name="Group 622">
              <a:extLst>
                <a:ext uri="{FF2B5EF4-FFF2-40B4-BE49-F238E27FC236}">
                  <a16:creationId xmlns:a16="http://schemas.microsoft.com/office/drawing/2014/main" id="{E811C4C7-FA8F-45C6-A541-037FFD4C3091}"/>
                </a:ext>
              </a:extLst>
            </p:cNvPr>
            <p:cNvGrpSpPr>
              <a:grpSpLocks/>
            </p:cNvGrpSpPr>
            <p:nvPr/>
          </p:nvGrpSpPr>
          <p:grpSpPr bwMode="auto">
            <a:xfrm>
              <a:off x="5096" y="2218"/>
              <a:ext cx="327" cy="81"/>
              <a:chOff x="2199" y="955"/>
              <a:chExt cx="2547" cy="506"/>
            </a:xfrm>
          </p:grpSpPr>
          <p:sp>
            <p:nvSpPr>
              <p:cNvPr id="148" name="Freeform 623">
                <a:extLst>
                  <a:ext uri="{FF2B5EF4-FFF2-40B4-BE49-F238E27FC236}">
                    <a16:creationId xmlns:a16="http://schemas.microsoft.com/office/drawing/2014/main" id="{84F3D306-850D-4185-8E0B-431169DE7C1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p:spPr>
            <p:txBody>
              <a:bodyPr/>
              <a:lstStyle/>
              <a:p>
                <a:endParaRPr lang="zh-CN" altLang="en-US"/>
              </a:p>
            </p:txBody>
          </p:sp>
          <p:sp>
            <p:nvSpPr>
              <p:cNvPr id="149" name="Freeform 624">
                <a:extLst>
                  <a:ext uri="{FF2B5EF4-FFF2-40B4-BE49-F238E27FC236}">
                    <a16:creationId xmlns:a16="http://schemas.microsoft.com/office/drawing/2014/main" id="{866CA70A-7372-4676-BDD0-DBDCB01EA4C1}"/>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p:spPr>
            <p:txBody>
              <a:bodyPr/>
              <a:lstStyle/>
              <a:p>
                <a:endParaRPr lang="zh-CN" altLang="en-US"/>
              </a:p>
            </p:txBody>
          </p:sp>
          <p:sp>
            <p:nvSpPr>
              <p:cNvPr id="150" name="Freeform 625">
                <a:extLst>
                  <a:ext uri="{FF2B5EF4-FFF2-40B4-BE49-F238E27FC236}">
                    <a16:creationId xmlns:a16="http://schemas.microsoft.com/office/drawing/2014/main" id="{59C854BA-07FE-458E-9069-2DBCC756D58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p:spPr>
            <p:txBody>
              <a:bodyPr/>
              <a:lstStyle/>
              <a:p>
                <a:endParaRPr lang="zh-CN" altLang="en-US"/>
              </a:p>
            </p:txBody>
          </p:sp>
          <p:sp>
            <p:nvSpPr>
              <p:cNvPr id="151" name="Freeform 626">
                <a:extLst>
                  <a:ext uri="{FF2B5EF4-FFF2-40B4-BE49-F238E27FC236}">
                    <a16:creationId xmlns:a16="http://schemas.microsoft.com/office/drawing/2014/main" id="{E1B8DA70-C465-4BE7-B962-3DF0B6CE5D4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p:spPr>
            <p:txBody>
              <a:bodyPr/>
              <a:lstStyle/>
              <a:p>
                <a:endParaRPr lang="zh-CN" altLang="en-US"/>
              </a:p>
            </p:txBody>
          </p:sp>
          <p:sp>
            <p:nvSpPr>
              <p:cNvPr id="152" name="Freeform 627">
                <a:extLst>
                  <a:ext uri="{FF2B5EF4-FFF2-40B4-BE49-F238E27FC236}">
                    <a16:creationId xmlns:a16="http://schemas.microsoft.com/office/drawing/2014/main" id="{E6F25178-3C9B-4701-B86B-AE7D498C1DC6}"/>
                  </a:ext>
                </a:extLst>
              </p:cNvPr>
              <p:cNvSpPr>
                <a:spLocks/>
              </p:cNvSpPr>
              <p:nvPr/>
            </p:nvSpPr>
            <p:spPr bwMode="auto">
              <a:xfrm>
                <a:off x="3646" y="997"/>
                <a:ext cx="660" cy="336"/>
              </a:xfrm>
              <a:custGeom>
                <a:avLst/>
                <a:gdLst>
                  <a:gd name="T0" fmla="*/ 473 w 646"/>
                  <a:gd name="T1" fmla="*/ 1642 h 300"/>
                  <a:gd name="T2" fmla="*/ 673 w 646"/>
                  <a:gd name="T3" fmla="*/ 1387 h 300"/>
                  <a:gd name="T4" fmla="*/ 837 w 646"/>
                  <a:gd name="T5" fmla="*/ 1046 h 300"/>
                  <a:gd name="T6" fmla="*/ 864 w 646"/>
                  <a:gd name="T7" fmla="*/ 586 h 300"/>
                  <a:gd name="T8" fmla="*/ 633 w 646"/>
                  <a:gd name="T9" fmla="*/ 328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p:spPr>
            <p:txBody>
              <a:bodyPr/>
              <a:lstStyle/>
              <a:p>
                <a:endParaRPr lang="zh-CN" altLang="en-US"/>
              </a:p>
            </p:txBody>
          </p:sp>
          <p:sp>
            <p:nvSpPr>
              <p:cNvPr id="153" name="Freeform 628">
                <a:extLst>
                  <a:ext uri="{FF2B5EF4-FFF2-40B4-BE49-F238E27FC236}">
                    <a16:creationId xmlns:a16="http://schemas.microsoft.com/office/drawing/2014/main" id="{56FAF657-D901-4531-8BD7-52747C0D384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p:spPr>
            <p:txBody>
              <a:bodyPr/>
              <a:lstStyle/>
              <a:p>
                <a:endParaRPr lang="zh-CN" altLang="en-US"/>
              </a:p>
            </p:txBody>
          </p:sp>
        </p:grpSp>
        <p:pic>
          <p:nvPicPr>
            <p:cNvPr id="146" name="Picture 629" descr="access_point_stylized_small">
              <a:extLst>
                <a:ext uri="{FF2B5EF4-FFF2-40B4-BE49-F238E27FC236}">
                  <a16:creationId xmlns:a16="http://schemas.microsoft.com/office/drawing/2014/main" id="{B291506E-E9F1-4DE4-AE3C-ED47C92A38D5}"/>
                </a:ext>
              </a:extLst>
            </p:cNvPr>
            <p:cNvPicPr>
              <a:picLocks noChangeAspect="1" noChangeArrowheads="1"/>
            </p:cNvPicPr>
            <p:nvPr/>
          </p:nvPicPr>
          <p:blipFill>
            <a:blip r:embed="rId7"/>
            <a:srcRect/>
            <a:stretch>
              <a:fillRect/>
            </a:stretch>
          </p:blipFill>
          <p:spPr bwMode="auto">
            <a:xfrm>
              <a:off x="5192" y="2250"/>
              <a:ext cx="273" cy="229"/>
            </a:xfrm>
            <a:prstGeom prst="rect">
              <a:avLst/>
            </a:prstGeom>
            <a:noFill/>
            <a:ln w="9525">
              <a:noFill/>
              <a:miter lim="800000"/>
              <a:headEnd/>
              <a:tailEnd/>
            </a:ln>
          </p:spPr>
        </p:pic>
        <p:pic>
          <p:nvPicPr>
            <p:cNvPr id="147" name="Picture 630" descr="access_point_stylized_small">
              <a:extLst>
                <a:ext uri="{FF2B5EF4-FFF2-40B4-BE49-F238E27FC236}">
                  <a16:creationId xmlns:a16="http://schemas.microsoft.com/office/drawing/2014/main" id="{356025AE-67A1-447C-AFBF-483400B6BFDA}"/>
                </a:ext>
              </a:extLst>
            </p:cNvPr>
            <p:cNvPicPr>
              <a:picLocks noChangeAspect="1" noChangeArrowheads="1"/>
            </p:cNvPicPr>
            <p:nvPr/>
          </p:nvPicPr>
          <p:blipFill>
            <a:blip r:embed="rId7"/>
            <a:srcRect/>
            <a:stretch>
              <a:fillRect/>
            </a:stretch>
          </p:blipFill>
          <p:spPr bwMode="auto">
            <a:xfrm>
              <a:off x="5195" y="2251"/>
              <a:ext cx="260" cy="231"/>
            </a:xfrm>
            <a:prstGeom prst="rect">
              <a:avLst/>
            </a:prstGeom>
            <a:noFill/>
            <a:ln w="9525">
              <a:noFill/>
              <a:miter lim="800000"/>
              <a:headEnd/>
              <a:tailEnd/>
            </a:ln>
          </p:spPr>
        </p:pic>
      </p:grpSp>
      <p:grpSp>
        <p:nvGrpSpPr>
          <p:cNvPr id="154" name="Group 633">
            <a:extLst>
              <a:ext uri="{FF2B5EF4-FFF2-40B4-BE49-F238E27FC236}">
                <a16:creationId xmlns:a16="http://schemas.microsoft.com/office/drawing/2014/main" id="{299C5EE0-4E97-499B-AF80-5EDFB07E9F84}"/>
              </a:ext>
            </a:extLst>
          </p:cNvPr>
          <p:cNvGrpSpPr>
            <a:grpSpLocks/>
          </p:cNvGrpSpPr>
          <p:nvPr/>
        </p:nvGrpSpPr>
        <p:grpSpPr bwMode="auto">
          <a:xfrm>
            <a:off x="7989887" y="4130675"/>
            <a:ext cx="635000" cy="485775"/>
            <a:chOff x="3061" y="2530"/>
            <a:chExt cx="400" cy="306"/>
          </a:xfrm>
        </p:grpSpPr>
        <p:grpSp>
          <p:nvGrpSpPr>
            <p:cNvPr id="155" name="Group 634">
              <a:extLst>
                <a:ext uri="{FF2B5EF4-FFF2-40B4-BE49-F238E27FC236}">
                  <a16:creationId xmlns:a16="http://schemas.microsoft.com/office/drawing/2014/main" id="{05010E51-AB67-475B-AE41-2B935ECA8BE3}"/>
                </a:ext>
              </a:extLst>
            </p:cNvPr>
            <p:cNvGrpSpPr>
              <a:grpSpLocks/>
            </p:cNvGrpSpPr>
            <p:nvPr/>
          </p:nvGrpSpPr>
          <p:grpSpPr bwMode="auto">
            <a:xfrm>
              <a:off x="3061" y="2530"/>
              <a:ext cx="327" cy="81"/>
              <a:chOff x="2199" y="955"/>
              <a:chExt cx="2547" cy="506"/>
            </a:xfrm>
          </p:grpSpPr>
          <p:sp>
            <p:nvSpPr>
              <p:cNvPr id="180" name="Freeform 635">
                <a:extLst>
                  <a:ext uri="{FF2B5EF4-FFF2-40B4-BE49-F238E27FC236}">
                    <a16:creationId xmlns:a16="http://schemas.microsoft.com/office/drawing/2014/main" id="{A8DBED8C-DA12-4624-A686-EF6544BD0A71}"/>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p:spPr>
            <p:txBody>
              <a:bodyPr/>
              <a:lstStyle/>
              <a:p>
                <a:endParaRPr lang="zh-CN" altLang="en-US"/>
              </a:p>
            </p:txBody>
          </p:sp>
          <p:sp>
            <p:nvSpPr>
              <p:cNvPr id="181" name="Freeform 636">
                <a:extLst>
                  <a:ext uri="{FF2B5EF4-FFF2-40B4-BE49-F238E27FC236}">
                    <a16:creationId xmlns:a16="http://schemas.microsoft.com/office/drawing/2014/main" id="{C1CB879C-D5E8-4CF0-B0F4-DE1B1BAC5889}"/>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p:spPr>
            <p:txBody>
              <a:bodyPr/>
              <a:lstStyle/>
              <a:p>
                <a:endParaRPr lang="zh-CN" altLang="en-US"/>
              </a:p>
            </p:txBody>
          </p:sp>
          <p:sp>
            <p:nvSpPr>
              <p:cNvPr id="182" name="Freeform 637">
                <a:extLst>
                  <a:ext uri="{FF2B5EF4-FFF2-40B4-BE49-F238E27FC236}">
                    <a16:creationId xmlns:a16="http://schemas.microsoft.com/office/drawing/2014/main" id="{387F8888-1BBB-40FD-8615-ADC65FC13D74}"/>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p:spPr>
            <p:txBody>
              <a:bodyPr/>
              <a:lstStyle/>
              <a:p>
                <a:endParaRPr lang="zh-CN" altLang="en-US"/>
              </a:p>
            </p:txBody>
          </p:sp>
          <p:sp>
            <p:nvSpPr>
              <p:cNvPr id="183" name="Freeform 638">
                <a:extLst>
                  <a:ext uri="{FF2B5EF4-FFF2-40B4-BE49-F238E27FC236}">
                    <a16:creationId xmlns:a16="http://schemas.microsoft.com/office/drawing/2014/main" id="{E595C60B-8FB3-4FC4-9151-9A4656E6456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p:spPr>
            <p:txBody>
              <a:bodyPr/>
              <a:lstStyle/>
              <a:p>
                <a:endParaRPr lang="zh-CN" altLang="en-US"/>
              </a:p>
            </p:txBody>
          </p:sp>
          <p:sp>
            <p:nvSpPr>
              <p:cNvPr id="184" name="Freeform 639">
                <a:extLst>
                  <a:ext uri="{FF2B5EF4-FFF2-40B4-BE49-F238E27FC236}">
                    <a16:creationId xmlns:a16="http://schemas.microsoft.com/office/drawing/2014/main" id="{E8BE471B-953B-4E6C-8613-24D405720DF6}"/>
                  </a:ext>
                </a:extLst>
              </p:cNvPr>
              <p:cNvSpPr>
                <a:spLocks/>
              </p:cNvSpPr>
              <p:nvPr/>
            </p:nvSpPr>
            <p:spPr bwMode="auto">
              <a:xfrm>
                <a:off x="3646" y="997"/>
                <a:ext cx="660" cy="336"/>
              </a:xfrm>
              <a:custGeom>
                <a:avLst/>
                <a:gdLst>
                  <a:gd name="T0" fmla="*/ 473 w 646"/>
                  <a:gd name="T1" fmla="*/ 1642 h 300"/>
                  <a:gd name="T2" fmla="*/ 673 w 646"/>
                  <a:gd name="T3" fmla="*/ 1387 h 300"/>
                  <a:gd name="T4" fmla="*/ 837 w 646"/>
                  <a:gd name="T5" fmla="*/ 1046 h 300"/>
                  <a:gd name="T6" fmla="*/ 864 w 646"/>
                  <a:gd name="T7" fmla="*/ 586 h 300"/>
                  <a:gd name="T8" fmla="*/ 633 w 646"/>
                  <a:gd name="T9" fmla="*/ 328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p:spPr>
            <p:txBody>
              <a:bodyPr/>
              <a:lstStyle/>
              <a:p>
                <a:endParaRPr lang="zh-CN" altLang="en-US"/>
              </a:p>
            </p:txBody>
          </p:sp>
          <p:sp>
            <p:nvSpPr>
              <p:cNvPr id="185" name="Freeform 640">
                <a:extLst>
                  <a:ext uri="{FF2B5EF4-FFF2-40B4-BE49-F238E27FC236}">
                    <a16:creationId xmlns:a16="http://schemas.microsoft.com/office/drawing/2014/main" id="{7541C7D8-557E-43DA-B470-DD085398F037}"/>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p:spPr>
            <p:txBody>
              <a:bodyPr/>
              <a:lstStyle/>
              <a:p>
                <a:endParaRPr lang="zh-CN" altLang="en-US"/>
              </a:p>
            </p:txBody>
          </p:sp>
        </p:grpSp>
        <p:pic>
          <p:nvPicPr>
            <p:cNvPr id="156" name="Picture 641" descr="laptop_keyboard">
              <a:extLst>
                <a:ext uri="{FF2B5EF4-FFF2-40B4-BE49-F238E27FC236}">
                  <a16:creationId xmlns:a16="http://schemas.microsoft.com/office/drawing/2014/main" id="{E4795E14-FB54-42CA-A2F3-5D2C7EAEA947}"/>
                </a:ext>
              </a:extLst>
            </p:cNvPr>
            <p:cNvPicPr>
              <a:picLocks noChangeAspect="1" noChangeArrowheads="1"/>
            </p:cNvPicPr>
            <p:nvPr/>
          </p:nvPicPr>
          <p:blipFill>
            <a:blip r:embed="rId5"/>
            <a:srcRect/>
            <a:stretch>
              <a:fillRect/>
            </a:stretch>
          </p:blipFill>
          <p:spPr bwMode="auto">
            <a:xfrm rot="109064" flipH="1">
              <a:off x="3109" y="2736"/>
              <a:ext cx="245" cy="100"/>
            </a:xfrm>
            <a:prstGeom prst="rect">
              <a:avLst/>
            </a:prstGeom>
            <a:noFill/>
            <a:ln w="9525">
              <a:noFill/>
              <a:miter lim="800000"/>
              <a:headEnd/>
              <a:tailEnd/>
            </a:ln>
          </p:spPr>
        </p:pic>
        <p:sp>
          <p:nvSpPr>
            <p:cNvPr id="157" name="Freeform 642">
              <a:extLst>
                <a:ext uri="{FF2B5EF4-FFF2-40B4-BE49-F238E27FC236}">
                  <a16:creationId xmlns:a16="http://schemas.microsoft.com/office/drawing/2014/main" id="{9BFE1CA3-3D27-4A28-BDBF-70356D68C221}"/>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158" name="Picture 643" descr="screen">
              <a:extLst>
                <a:ext uri="{FF2B5EF4-FFF2-40B4-BE49-F238E27FC236}">
                  <a16:creationId xmlns:a16="http://schemas.microsoft.com/office/drawing/2014/main" id="{F8D5B95B-2F95-4625-9C79-FEB91D55349C}"/>
                </a:ext>
              </a:extLst>
            </p:cNvPr>
            <p:cNvPicPr>
              <a:picLocks noChangeAspect="1" noChangeArrowheads="1"/>
            </p:cNvPicPr>
            <p:nvPr/>
          </p:nvPicPr>
          <p:blipFill>
            <a:blip r:embed="rId6"/>
            <a:srcRect/>
            <a:stretch>
              <a:fillRect/>
            </a:stretch>
          </p:blipFill>
          <p:spPr bwMode="auto">
            <a:xfrm>
              <a:off x="3200" y="2641"/>
              <a:ext cx="179" cy="120"/>
            </a:xfrm>
            <a:prstGeom prst="rect">
              <a:avLst/>
            </a:prstGeom>
            <a:noFill/>
            <a:ln w="9525">
              <a:noFill/>
              <a:miter lim="800000"/>
              <a:headEnd/>
              <a:tailEnd/>
            </a:ln>
          </p:spPr>
        </p:pic>
        <p:sp>
          <p:nvSpPr>
            <p:cNvPr id="159" name="Freeform 644">
              <a:extLst>
                <a:ext uri="{FF2B5EF4-FFF2-40B4-BE49-F238E27FC236}">
                  <a16:creationId xmlns:a16="http://schemas.microsoft.com/office/drawing/2014/main" id="{1BC37BF7-1191-425C-89A4-5214746C3773}"/>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w="9525">
              <a:noFill/>
              <a:round/>
              <a:headEnd/>
              <a:tailEnd/>
            </a:ln>
          </p:spPr>
          <p:txBody>
            <a:bodyPr/>
            <a:lstStyle/>
            <a:p>
              <a:endParaRPr lang="zh-CN" altLang="en-US"/>
            </a:p>
          </p:txBody>
        </p:sp>
        <p:sp>
          <p:nvSpPr>
            <p:cNvPr id="160" name="Freeform 645">
              <a:extLst>
                <a:ext uri="{FF2B5EF4-FFF2-40B4-BE49-F238E27FC236}">
                  <a16:creationId xmlns:a16="http://schemas.microsoft.com/office/drawing/2014/main" id="{4C970B44-0803-4790-A956-244F0D5C2DCC}"/>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w="9525">
              <a:noFill/>
              <a:round/>
              <a:headEnd/>
              <a:tailEnd/>
            </a:ln>
          </p:spPr>
          <p:txBody>
            <a:bodyPr/>
            <a:lstStyle/>
            <a:p>
              <a:endParaRPr lang="zh-CN" altLang="en-US"/>
            </a:p>
          </p:txBody>
        </p:sp>
        <p:sp>
          <p:nvSpPr>
            <p:cNvPr id="161" name="Freeform 646">
              <a:extLst>
                <a:ext uri="{FF2B5EF4-FFF2-40B4-BE49-F238E27FC236}">
                  <a16:creationId xmlns:a16="http://schemas.microsoft.com/office/drawing/2014/main" id="{40747A2D-EBF1-4DE6-B924-F3BC9D779810}"/>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w="9525">
              <a:noFill/>
              <a:round/>
              <a:headEnd/>
              <a:tailEnd/>
            </a:ln>
          </p:spPr>
          <p:txBody>
            <a:bodyPr/>
            <a:lstStyle/>
            <a:p>
              <a:endParaRPr lang="zh-CN" altLang="en-US"/>
            </a:p>
          </p:txBody>
        </p:sp>
        <p:sp>
          <p:nvSpPr>
            <p:cNvPr id="162" name="Freeform 647">
              <a:extLst>
                <a:ext uri="{FF2B5EF4-FFF2-40B4-BE49-F238E27FC236}">
                  <a16:creationId xmlns:a16="http://schemas.microsoft.com/office/drawing/2014/main" id="{23397BFC-B444-4025-99C6-FEC4EFE50DDF}"/>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w="9525">
              <a:noFill/>
              <a:round/>
              <a:headEnd/>
              <a:tailEnd/>
            </a:ln>
          </p:spPr>
          <p:txBody>
            <a:bodyPr/>
            <a:lstStyle/>
            <a:p>
              <a:endParaRPr lang="zh-CN" altLang="en-US"/>
            </a:p>
          </p:txBody>
        </p:sp>
        <p:sp>
          <p:nvSpPr>
            <p:cNvPr id="163" name="Freeform 648">
              <a:extLst>
                <a:ext uri="{FF2B5EF4-FFF2-40B4-BE49-F238E27FC236}">
                  <a16:creationId xmlns:a16="http://schemas.microsoft.com/office/drawing/2014/main" id="{64EC43BA-A5E3-4ACA-852B-C439F7200A4F}"/>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w="9525">
              <a:noFill/>
              <a:round/>
              <a:headEnd/>
              <a:tailEnd/>
            </a:ln>
          </p:spPr>
          <p:txBody>
            <a:bodyPr/>
            <a:lstStyle/>
            <a:p>
              <a:endParaRPr lang="zh-CN" altLang="en-US"/>
            </a:p>
          </p:txBody>
        </p:sp>
        <p:sp>
          <p:nvSpPr>
            <p:cNvPr id="164" name="Freeform 649">
              <a:extLst>
                <a:ext uri="{FF2B5EF4-FFF2-40B4-BE49-F238E27FC236}">
                  <a16:creationId xmlns:a16="http://schemas.microsoft.com/office/drawing/2014/main" id="{06885148-BB79-49A4-80D0-68E8277486C5}"/>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w="9525">
              <a:noFill/>
              <a:round/>
              <a:headEnd/>
              <a:tailEnd/>
            </a:ln>
          </p:spPr>
          <p:txBody>
            <a:bodyPr/>
            <a:lstStyle/>
            <a:p>
              <a:endParaRPr lang="zh-CN" altLang="en-US"/>
            </a:p>
          </p:txBody>
        </p:sp>
        <p:grpSp>
          <p:nvGrpSpPr>
            <p:cNvPr id="165" name="Group 650">
              <a:extLst>
                <a:ext uri="{FF2B5EF4-FFF2-40B4-BE49-F238E27FC236}">
                  <a16:creationId xmlns:a16="http://schemas.microsoft.com/office/drawing/2014/main" id="{0E8E2CD4-A91A-4C1E-9F7C-15E1DEDDD9A0}"/>
                </a:ext>
              </a:extLst>
            </p:cNvPr>
            <p:cNvGrpSpPr>
              <a:grpSpLocks/>
            </p:cNvGrpSpPr>
            <p:nvPr/>
          </p:nvGrpSpPr>
          <p:grpSpPr bwMode="auto">
            <a:xfrm>
              <a:off x="3186" y="2777"/>
              <a:ext cx="55" cy="24"/>
              <a:chOff x="1740" y="2642"/>
              <a:chExt cx="752" cy="327"/>
            </a:xfrm>
          </p:grpSpPr>
          <p:sp>
            <p:nvSpPr>
              <p:cNvPr id="174" name="Freeform 651">
                <a:extLst>
                  <a:ext uri="{FF2B5EF4-FFF2-40B4-BE49-F238E27FC236}">
                    <a16:creationId xmlns:a16="http://schemas.microsoft.com/office/drawing/2014/main" id="{6C8B9E07-2298-4A3F-A5A0-586C17D39B4F}"/>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w="9525">
                <a:noFill/>
                <a:round/>
                <a:headEnd/>
                <a:tailEnd/>
              </a:ln>
            </p:spPr>
            <p:txBody>
              <a:bodyPr/>
              <a:lstStyle/>
              <a:p>
                <a:endParaRPr lang="zh-CN" altLang="en-US"/>
              </a:p>
            </p:txBody>
          </p:sp>
          <p:sp>
            <p:nvSpPr>
              <p:cNvPr id="175" name="Freeform 652">
                <a:extLst>
                  <a:ext uri="{FF2B5EF4-FFF2-40B4-BE49-F238E27FC236}">
                    <a16:creationId xmlns:a16="http://schemas.microsoft.com/office/drawing/2014/main" id="{0A1E7392-1F82-4D8E-854B-B1E15054B904}"/>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w="9525">
                <a:noFill/>
                <a:round/>
                <a:headEnd/>
                <a:tailEnd/>
              </a:ln>
            </p:spPr>
            <p:txBody>
              <a:bodyPr/>
              <a:lstStyle/>
              <a:p>
                <a:endParaRPr lang="zh-CN" altLang="en-US"/>
              </a:p>
            </p:txBody>
          </p:sp>
          <p:sp>
            <p:nvSpPr>
              <p:cNvPr id="176" name="Freeform 653">
                <a:extLst>
                  <a:ext uri="{FF2B5EF4-FFF2-40B4-BE49-F238E27FC236}">
                    <a16:creationId xmlns:a16="http://schemas.microsoft.com/office/drawing/2014/main" id="{11238892-469C-4BFE-8964-DFF4125C646D}"/>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w="9525">
                <a:noFill/>
                <a:round/>
                <a:headEnd/>
                <a:tailEnd/>
              </a:ln>
            </p:spPr>
            <p:txBody>
              <a:bodyPr/>
              <a:lstStyle/>
              <a:p>
                <a:endParaRPr lang="zh-CN" altLang="en-US"/>
              </a:p>
            </p:txBody>
          </p:sp>
          <p:sp>
            <p:nvSpPr>
              <p:cNvPr id="177" name="Freeform 654">
                <a:extLst>
                  <a:ext uri="{FF2B5EF4-FFF2-40B4-BE49-F238E27FC236}">
                    <a16:creationId xmlns:a16="http://schemas.microsoft.com/office/drawing/2014/main" id="{510C793C-AC59-4CD0-9B0B-4435FD28837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w="9525">
                <a:noFill/>
                <a:round/>
                <a:headEnd/>
                <a:tailEnd/>
              </a:ln>
            </p:spPr>
            <p:txBody>
              <a:bodyPr/>
              <a:lstStyle/>
              <a:p>
                <a:endParaRPr lang="zh-CN" altLang="en-US"/>
              </a:p>
            </p:txBody>
          </p:sp>
          <p:sp>
            <p:nvSpPr>
              <p:cNvPr id="178" name="Freeform 655">
                <a:extLst>
                  <a:ext uri="{FF2B5EF4-FFF2-40B4-BE49-F238E27FC236}">
                    <a16:creationId xmlns:a16="http://schemas.microsoft.com/office/drawing/2014/main" id="{B62D349E-7C15-4101-BE08-70DE58348575}"/>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w="9525">
                <a:noFill/>
                <a:round/>
                <a:headEnd/>
                <a:tailEnd/>
              </a:ln>
            </p:spPr>
            <p:txBody>
              <a:bodyPr/>
              <a:lstStyle/>
              <a:p>
                <a:endParaRPr lang="zh-CN" altLang="en-US"/>
              </a:p>
            </p:txBody>
          </p:sp>
          <p:sp>
            <p:nvSpPr>
              <p:cNvPr id="179" name="Freeform 656">
                <a:extLst>
                  <a:ext uri="{FF2B5EF4-FFF2-40B4-BE49-F238E27FC236}">
                    <a16:creationId xmlns:a16="http://schemas.microsoft.com/office/drawing/2014/main" id="{E6F95C39-AA98-4E81-994C-D519C5B4C5F6}"/>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w="9525">
                <a:noFill/>
                <a:round/>
                <a:headEnd/>
                <a:tailEnd/>
              </a:ln>
            </p:spPr>
            <p:txBody>
              <a:bodyPr/>
              <a:lstStyle/>
              <a:p>
                <a:endParaRPr lang="zh-CN" altLang="en-US"/>
              </a:p>
            </p:txBody>
          </p:sp>
        </p:grpSp>
        <p:sp>
          <p:nvSpPr>
            <p:cNvPr id="166" name="Freeform 657">
              <a:extLst>
                <a:ext uri="{FF2B5EF4-FFF2-40B4-BE49-F238E27FC236}">
                  <a16:creationId xmlns:a16="http://schemas.microsoft.com/office/drawing/2014/main" id="{A946D232-4D6F-453C-A0E5-D8125E7BFCA1}"/>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w="9525">
              <a:noFill/>
              <a:round/>
              <a:headEnd/>
              <a:tailEnd/>
            </a:ln>
          </p:spPr>
          <p:txBody>
            <a:bodyPr/>
            <a:lstStyle/>
            <a:p>
              <a:endParaRPr lang="zh-CN" altLang="en-US"/>
            </a:p>
          </p:txBody>
        </p:sp>
        <p:sp>
          <p:nvSpPr>
            <p:cNvPr id="167" name="Freeform 658">
              <a:extLst>
                <a:ext uri="{FF2B5EF4-FFF2-40B4-BE49-F238E27FC236}">
                  <a16:creationId xmlns:a16="http://schemas.microsoft.com/office/drawing/2014/main" id="{C9E5A978-B907-4BE5-91F5-E1BE3CD8936B}"/>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168" name="Freeform 659">
              <a:extLst>
                <a:ext uri="{FF2B5EF4-FFF2-40B4-BE49-F238E27FC236}">
                  <a16:creationId xmlns:a16="http://schemas.microsoft.com/office/drawing/2014/main" id="{247D8F2F-5424-41D8-8797-2179E0A773CF}"/>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w="9525">
              <a:noFill/>
              <a:round/>
              <a:headEnd/>
              <a:tailEnd/>
            </a:ln>
          </p:spPr>
          <p:txBody>
            <a:bodyPr/>
            <a:lstStyle/>
            <a:p>
              <a:endParaRPr lang="zh-CN" altLang="en-US"/>
            </a:p>
          </p:txBody>
        </p:sp>
        <p:sp>
          <p:nvSpPr>
            <p:cNvPr id="169" name="Freeform 660">
              <a:extLst>
                <a:ext uri="{FF2B5EF4-FFF2-40B4-BE49-F238E27FC236}">
                  <a16:creationId xmlns:a16="http://schemas.microsoft.com/office/drawing/2014/main" id="{83EFB04A-6E0A-4B63-AC7D-6D5A678486D8}"/>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w="9525">
              <a:noFill/>
              <a:round/>
              <a:headEnd/>
              <a:tailEnd/>
            </a:ln>
          </p:spPr>
          <p:txBody>
            <a:bodyPr/>
            <a:lstStyle/>
            <a:p>
              <a:endParaRPr lang="zh-CN" altLang="en-US"/>
            </a:p>
          </p:txBody>
        </p:sp>
        <p:sp>
          <p:nvSpPr>
            <p:cNvPr id="170" name="Freeform 661">
              <a:extLst>
                <a:ext uri="{FF2B5EF4-FFF2-40B4-BE49-F238E27FC236}">
                  <a16:creationId xmlns:a16="http://schemas.microsoft.com/office/drawing/2014/main" id="{14368FAA-7CD3-4841-B5B7-B7E0C143E5E9}"/>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171" name="Freeform 662">
              <a:extLst>
                <a:ext uri="{FF2B5EF4-FFF2-40B4-BE49-F238E27FC236}">
                  <a16:creationId xmlns:a16="http://schemas.microsoft.com/office/drawing/2014/main" id="{CD68929A-2F71-4F4E-9244-1983C59E45F7}"/>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172" name="Freeform 663">
              <a:extLst>
                <a:ext uri="{FF2B5EF4-FFF2-40B4-BE49-F238E27FC236}">
                  <a16:creationId xmlns:a16="http://schemas.microsoft.com/office/drawing/2014/main" id="{EE03F8E1-2F5B-426E-BE58-82F4B0789F85}"/>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w="9525">
              <a:noFill/>
              <a:round/>
              <a:headEnd/>
              <a:tailEnd/>
            </a:ln>
          </p:spPr>
          <p:txBody>
            <a:bodyPr/>
            <a:lstStyle/>
            <a:p>
              <a:endParaRPr lang="zh-CN" altLang="en-US"/>
            </a:p>
          </p:txBody>
        </p:sp>
        <p:sp>
          <p:nvSpPr>
            <p:cNvPr id="173" name="Freeform 664">
              <a:extLst>
                <a:ext uri="{FF2B5EF4-FFF2-40B4-BE49-F238E27FC236}">
                  <a16:creationId xmlns:a16="http://schemas.microsoft.com/office/drawing/2014/main" id="{CEFCA3C9-52C4-4D76-9CE4-17127F90C105}"/>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w="9525">
              <a:noFill/>
              <a:round/>
              <a:headEnd/>
              <a:tailEnd/>
            </a:ln>
          </p:spPr>
          <p:txBody>
            <a:bodyPr/>
            <a:lstStyle/>
            <a:p>
              <a:endParaRPr lang="zh-CN" altLang="en-US"/>
            </a:p>
          </p:txBody>
        </p:sp>
      </p:grpSp>
      <p:grpSp>
        <p:nvGrpSpPr>
          <p:cNvPr id="186" name="Group 665">
            <a:extLst>
              <a:ext uri="{FF2B5EF4-FFF2-40B4-BE49-F238E27FC236}">
                <a16:creationId xmlns:a16="http://schemas.microsoft.com/office/drawing/2014/main" id="{673EB782-C18F-410C-8F39-28BEE96FAA5F}"/>
              </a:ext>
            </a:extLst>
          </p:cNvPr>
          <p:cNvGrpSpPr>
            <a:grpSpLocks/>
          </p:cNvGrpSpPr>
          <p:nvPr/>
        </p:nvGrpSpPr>
        <p:grpSpPr bwMode="auto">
          <a:xfrm>
            <a:off x="8472487" y="4186237"/>
            <a:ext cx="635000" cy="485775"/>
            <a:chOff x="3061" y="2530"/>
            <a:chExt cx="400" cy="306"/>
          </a:xfrm>
        </p:grpSpPr>
        <p:grpSp>
          <p:nvGrpSpPr>
            <p:cNvPr id="187" name="Group 666">
              <a:extLst>
                <a:ext uri="{FF2B5EF4-FFF2-40B4-BE49-F238E27FC236}">
                  <a16:creationId xmlns:a16="http://schemas.microsoft.com/office/drawing/2014/main" id="{52F59131-F588-4DBE-954F-A917018BF330}"/>
                </a:ext>
              </a:extLst>
            </p:cNvPr>
            <p:cNvGrpSpPr>
              <a:grpSpLocks/>
            </p:cNvGrpSpPr>
            <p:nvPr/>
          </p:nvGrpSpPr>
          <p:grpSpPr bwMode="auto">
            <a:xfrm>
              <a:off x="3061" y="2530"/>
              <a:ext cx="327" cy="81"/>
              <a:chOff x="2199" y="955"/>
              <a:chExt cx="2547" cy="506"/>
            </a:xfrm>
          </p:grpSpPr>
          <p:sp>
            <p:nvSpPr>
              <p:cNvPr id="212" name="Freeform 667">
                <a:extLst>
                  <a:ext uri="{FF2B5EF4-FFF2-40B4-BE49-F238E27FC236}">
                    <a16:creationId xmlns:a16="http://schemas.microsoft.com/office/drawing/2014/main" id="{5331CE26-893F-4020-86EA-B2D5DBA64961}"/>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 name="T12" fmla="*/ 0 w 260"/>
                  <a:gd name="T13" fmla="*/ 0 h 281"/>
                  <a:gd name="T14" fmla="*/ 260 w 260"/>
                  <a:gd name="T15" fmla="*/ 281 h 281"/>
                </a:gdLst>
                <a:ahLst/>
                <a:cxnLst>
                  <a:cxn ang="T8">
                    <a:pos x="T0" y="T1"/>
                  </a:cxn>
                  <a:cxn ang="T9">
                    <a:pos x="T2" y="T3"/>
                  </a:cxn>
                  <a:cxn ang="T10">
                    <a:pos x="T4" y="T5"/>
                  </a:cxn>
                  <a:cxn ang="T11">
                    <a:pos x="T6" y="T7"/>
                  </a:cxn>
                </a:cxnLst>
                <a:rect l="T12" t="T13" r="T14" b="T15"/>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p:spPr>
            <p:txBody>
              <a:bodyPr/>
              <a:lstStyle/>
              <a:p>
                <a:endParaRPr lang="zh-CN" altLang="en-US"/>
              </a:p>
            </p:txBody>
          </p:sp>
          <p:sp>
            <p:nvSpPr>
              <p:cNvPr id="213" name="Freeform 668">
                <a:extLst>
                  <a:ext uri="{FF2B5EF4-FFF2-40B4-BE49-F238E27FC236}">
                    <a16:creationId xmlns:a16="http://schemas.microsoft.com/office/drawing/2014/main" id="{BF7CB333-6E3F-4261-AE61-258F87643B8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 name="T21" fmla="*/ 0 w 900"/>
                  <a:gd name="T22" fmla="*/ 0 h 421"/>
                  <a:gd name="T23" fmla="*/ 900 w 900"/>
                  <a:gd name="T24" fmla="*/ 421 h 4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p:spPr>
            <p:txBody>
              <a:bodyPr/>
              <a:lstStyle/>
              <a:p>
                <a:endParaRPr lang="zh-CN" altLang="en-US"/>
              </a:p>
            </p:txBody>
          </p:sp>
          <p:sp>
            <p:nvSpPr>
              <p:cNvPr id="214" name="Freeform 669">
                <a:extLst>
                  <a:ext uri="{FF2B5EF4-FFF2-40B4-BE49-F238E27FC236}">
                    <a16:creationId xmlns:a16="http://schemas.microsoft.com/office/drawing/2014/main" id="{5D0F7A99-3BB5-4011-A9E3-3736E808709E}"/>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 name="T18" fmla="*/ 0 w 428"/>
                  <a:gd name="T19" fmla="*/ 0 h 269"/>
                  <a:gd name="T20" fmla="*/ 428 w 428"/>
                  <a:gd name="T21" fmla="*/ 269 h 269"/>
                </a:gdLst>
                <a:ahLst/>
                <a:cxnLst>
                  <a:cxn ang="T12">
                    <a:pos x="T0" y="T1"/>
                  </a:cxn>
                  <a:cxn ang="T13">
                    <a:pos x="T2" y="T3"/>
                  </a:cxn>
                  <a:cxn ang="T14">
                    <a:pos x="T4" y="T5"/>
                  </a:cxn>
                  <a:cxn ang="T15">
                    <a:pos x="T6" y="T7"/>
                  </a:cxn>
                  <a:cxn ang="T16">
                    <a:pos x="T8" y="T9"/>
                  </a:cxn>
                  <a:cxn ang="T17">
                    <a:pos x="T10" y="T11"/>
                  </a:cxn>
                </a:cxnLst>
                <a:rect l="T18" t="T19" r="T20" b="T21"/>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p:spPr>
            <p:txBody>
              <a:bodyPr/>
              <a:lstStyle/>
              <a:p>
                <a:endParaRPr lang="zh-CN" altLang="en-US"/>
              </a:p>
            </p:txBody>
          </p:sp>
          <p:sp>
            <p:nvSpPr>
              <p:cNvPr id="215" name="Freeform 670">
                <a:extLst>
                  <a:ext uri="{FF2B5EF4-FFF2-40B4-BE49-F238E27FC236}">
                    <a16:creationId xmlns:a16="http://schemas.microsoft.com/office/drawing/2014/main" id="{611224CC-D69F-44DE-B9CA-F1490F462E52}"/>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 name="T12" fmla="*/ 0 w 377"/>
                  <a:gd name="T13" fmla="*/ 0 h 239"/>
                  <a:gd name="T14" fmla="*/ 377 w 377"/>
                  <a:gd name="T15" fmla="*/ 239 h 239"/>
                </a:gdLst>
                <a:ahLst/>
                <a:cxnLst>
                  <a:cxn ang="T8">
                    <a:pos x="T0" y="T1"/>
                  </a:cxn>
                  <a:cxn ang="T9">
                    <a:pos x="T2" y="T3"/>
                  </a:cxn>
                  <a:cxn ang="T10">
                    <a:pos x="T4" y="T5"/>
                  </a:cxn>
                  <a:cxn ang="T11">
                    <a:pos x="T6" y="T7"/>
                  </a:cxn>
                </a:cxnLst>
                <a:rect l="T12" t="T13" r="T14" b="T15"/>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p:spPr>
            <p:txBody>
              <a:bodyPr/>
              <a:lstStyle/>
              <a:p>
                <a:endParaRPr lang="zh-CN" altLang="en-US"/>
              </a:p>
            </p:txBody>
          </p:sp>
          <p:sp>
            <p:nvSpPr>
              <p:cNvPr id="216" name="Freeform 671">
                <a:extLst>
                  <a:ext uri="{FF2B5EF4-FFF2-40B4-BE49-F238E27FC236}">
                    <a16:creationId xmlns:a16="http://schemas.microsoft.com/office/drawing/2014/main" id="{F53691E8-CF51-4CAB-AAC2-7784048EF60B}"/>
                  </a:ext>
                </a:extLst>
              </p:cNvPr>
              <p:cNvSpPr>
                <a:spLocks/>
              </p:cNvSpPr>
              <p:nvPr/>
            </p:nvSpPr>
            <p:spPr bwMode="auto">
              <a:xfrm>
                <a:off x="3646" y="997"/>
                <a:ext cx="660" cy="336"/>
              </a:xfrm>
              <a:custGeom>
                <a:avLst/>
                <a:gdLst>
                  <a:gd name="T0" fmla="*/ 473 w 646"/>
                  <a:gd name="T1" fmla="*/ 1642 h 300"/>
                  <a:gd name="T2" fmla="*/ 673 w 646"/>
                  <a:gd name="T3" fmla="*/ 1387 h 300"/>
                  <a:gd name="T4" fmla="*/ 837 w 646"/>
                  <a:gd name="T5" fmla="*/ 1046 h 300"/>
                  <a:gd name="T6" fmla="*/ 864 w 646"/>
                  <a:gd name="T7" fmla="*/ 586 h 300"/>
                  <a:gd name="T8" fmla="*/ 633 w 646"/>
                  <a:gd name="T9" fmla="*/ 328 h 300"/>
                  <a:gd name="T10" fmla="*/ 0 w 646"/>
                  <a:gd name="T11" fmla="*/ 0 h 300"/>
                  <a:gd name="T12" fmla="*/ 0 60000 65536"/>
                  <a:gd name="T13" fmla="*/ 0 60000 65536"/>
                  <a:gd name="T14" fmla="*/ 0 60000 65536"/>
                  <a:gd name="T15" fmla="*/ 0 60000 65536"/>
                  <a:gd name="T16" fmla="*/ 0 60000 65536"/>
                  <a:gd name="T17" fmla="*/ 0 60000 65536"/>
                  <a:gd name="T18" fmla="*/ 0 w 646"/>
                  <a:gd name="T19" fmla="*/ 0 h 300"/>
                  <a:gd name="T20" fmla="*/ 646 w 646"/>
                  <a:gd name="T21" fmla="*/ 300 h 300"/>
                </a:gdLst>
                <a:ahLst/>
                <a:cxnLst>
                  <a:cxn ang="T12">
                    <a:pos x="T0" y="T1"/>
                  </a:cxn>
                  <a:cxn ang="T13">
                    <a:pos x="T2" y="T3"/>
                  </a:cxn>
                  <a:cxn ang="T14">
                    <a:pos x="T4" y="T5"/>
                  </a:cxn>
                  <a:cxn ang="T15">
                    <a:pos x="T6" y="T7"/>
                  </a:cxn>
                  <a:cxn ang="T16">
                    <a:pos x="T8" y="T9"/>
                  </a:cxn>
                  <a:cxn ang="T17">
                    <a:pos x="T10" y="T11"/>
                  </a:cxn>
                </a:cxnLst>
                <a:rect l="T18" t="T19" r="T20" b="T21"/>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p:spPr>
            <p:txBody>
              <a:bodyPr/>
              <a:lstStyle/>
              <a:p>
                <a:endParaRPr lang="zh-CN" altLang="en-US"/>
              </a:p>
            </p:txBody>
          </p:sp>
          <p:sp>
            <p:nvSpPr>
              <p:cNvPr id="217" name="Freeform 672">
                <a:extLst>
                  <a:ext uri="{FF2B5EF4-FFF2-40B4-BE49-F238E27FC236}">
                    <a16:creationId xmlns:a16="http://schemas.microsoft.com/office/drawing/2014/main" id="{11E0B0A9-5621-42C3-86DA-8BB03717B723}"/>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 name="T18" fmla="*/ 0 w 630"/>
                  <a:gd name="T19" fmla="*/ 0 h 397"/>
                  <a:gd name="T20" fmla="*/ 630 w 630"/>
                  <a:gd name="T21" fmla="*/ 397 h 397"/>
                </a:gdLst>
                <a:ahLst/>
                <a:cxnLst>
                  <a:cxn ang="T12">
                    <a:pos x="T0" y="T1"/>
                  </a:cxn>
                  <a:cxn ang="T13">
                    <a:pos x="T2" y="T3"/>
                  </a:cxn>
                  <a:cxn ang="T14">
                    <a:pos x="T4" y="T5"/>
                  </a:cxn>
                  <a:cxn ang="T15">
                    <a:pos x="T6" y="T7"/>
                  </a:cxn>
                  <a:cxn ang="T16">
                    <a:pos x="T8" y="T9"/>
                  </a:cxn>
                  <a:cxn ang="T17">
                    <a:pos x="T10" y="T11"/>
                  </a:cxn>
                </a:cxnLst>
                <a:rect l="T18" t="T19" r="T20" b="T21"/>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p:spPr>
            <p:txBody>
              <a:bodyPr/>
              <a:lstStyle/>
              <a:p>
                <a:endParaRPr lang="zh-CN" altLang="en-US"/>
              </a:p>
            </p:txBody>
          </p:sp>
        </p:grpSp>
        <p:pic>
          <p:nvPicPr>
            <p:cNvPr id="188" name="Picture 673" descr="laptop_keyboard">
              <a:extLst>
                <a:ext uri="{FF2B5EF4-FFF2-40B4-BE49-F238E27FC236}">
                  <a16:creationId xmlns:a16="http://schemas.microsoft.com/office/drawing/2014/main" id="{53029E64-B56C-46AF-B799-8716629EB201}"/>
                </a:ext>
              </a:extLst>
            </p:cNvPr>
            <p:cNvPicPr>
              <a:picLocks noChangeAspect="1" noChangeArrowheads="1"/>
            </p:cNvPicPr>
            <p:nvPr/>
          </p:nvPicPr>
          <p:blipFill>
            <a:blip r:embed="rId5"/>
            <a:srcRect/>
            <a:stretch>
              <a:fillRect/>
            </a:stretch>
          </p:blipFill>
          <p:spPr bwMode="auto">
            <a:xfrm rot="109064" flipH="1">
              <a:off x="3109" y="2736"/>
              <a:ext cx="245" cy="100"/>
            </a:xfrm>
            <a:prstGeom prst="rect">
              <a:avLst/>
            </a:prstGeom>
            <a:noFill/>
            <a:ln w="9525">
              <a:noFill/>
              <a:miter lim="800000"/>
              <a:headEnd/>
              <a:tailEnd/>
            </a:ln>
          </p:spPr>
        </p:pic>
        <p:sp>
          <p:nvSpPr>
            <p:cNvPr id="189" name="Freeform 674">
              <a:extLst>
                <a:ext uri="{FF2B5EF4-FFF2-40B4-BE49-F238E27FC236}">
                  <a16:creationId xmlns:a16="http://schemas.microsoft.com/office/drawing/2014/main" id="{BDDA3C43-0055-42D4-987E-6F61AA44A9BE}"/>
                </a:ext>
              </a:extLst>
            </p:cNvPr>
            <p:cNvSpPr>
              <a:spLocks/>
            </p:cNvSpPr>
            <p:nvPr/>
          </p:nvSpPr>
          <p:spPr bwMode="auto">
            <a:xfrm>
              <a:off x="3190" y="2638"/>
              <a:ext cx="197" cy="131"/>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190" name="Picture 675" descr="screen">
              <a:extLst>
                <a:ext uri="{FF2B5EF4-FFF2-40B4-BE49-F238E27FC236}">
                  <a16:creationId xmlns:a16="http://schemas.microsoft.com/office/drawing/2014/main" id="{807493F6-CEFA-4BD1-A630-04C098E6385E}"/>
                </a:ext>
              </a:extLst>
            </p:cNvPr>
            <p:cNvPicPr>
              <a:picLocks noChangeAspect="1" noChangeArrowheads="1"/>
            </p:cNvPicPr>
            <p:nvPr/>
          </p:nvPicPr>
          <p:blipFill>
            <a:blip r:embed="rId6"/>
            <a:srcRect/>
            <a:stretch>
              <a:fillRect/>
            </a:stretch>
          </p:blipFill>
          <p:spPr bwMode="auto">
            <a:xfrm>
              <a:off x="3200" y="2641"/>
              <a:ext cx="179" cy="120"/>
            </a:xfrm>
            <a:prstGeom prst="rect">
              <a:avLst/>
            </a:prstGeom>
            <a:noFill/>
            <a:ln w="9525">
              <a:noFill/>
              <a:miter lim="800000"/>
              <a:headEnd/>
              <a:tailEnd/>
            </a:ln>
          </p:spPr>
        </p:pic>
        <p:sp>
          <p:nvSpPr>
            <p:cNvPr id="191" name="Freeform 676">
              <a:extLst>
                <a:ext uri="{FF2B5EF4-FFF2-40B4-BE49-F238E27FC236}">
                  <a16:creationId xmlns:a16="http://schemas.microsoft.com/office/drawing/2014/main" id="{E4EEE9C4-EBE4-4802-B1E1-603DF167F981}"/>
                </a:ext>
              </a:extLst>
            </p:cNvPr>
            <p:cNvSpPr>
              <a:spLocks/>
            </p:cNvSpPr>
            <p:nvPr/>
          </p:nvSpPr>
          <p:spPr bwMode="auto">
            <a:xfrm>
              <a:off x="3226" y="2634"/>
              <a:ext cx="167" cy="2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w="9525">
              <a:noFill/>
              <a:round/>
              <a:headEnd/>
              <a:tailEnd/>
            </a:ln>
          </p:spPr>
          <p:txBody>
            <a:bodyPr/>
            <a:lstStyle/>
            <a:p>
              <a:endParaRPr lang="zh-CN" altLang="en-US"/>
            </a:p>
          </p:txBody>
        </p:sp>
        <p:sp>
          <p:nvSpPr>
            <p:cNvPr id="192" name="Freeform 677">
              <a:extLst>
                <a:ext uri="{FF2B5EF4-FFF2-40B4-BE49-F238E27FC236}">
                  <a16:creationId xmlns:a16="http://schemas.microsoft.com/office/drawing/2014/main" id="{0BD132C4-4106-4887-AC57-0CDCD37F1EE5}"/>
                </a:ext>
              </a:extLst>
            </p:cNvPr>
            <p:cNvSpPr>
              <a:spLocks/>
            </p:cNvSpPr>
            <p:nvPr/>
          </p:nvSpPr>
          <p:spPr bwMode="auto">
            <a:xfrm>
              <a:off x="3189" y="2634"/>
              <a:ext cx="46" cy="102"/>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w="9525">
              <a:noFill/>
              <a:round/>
              <a:headEnd/>
              <a:tailEnd/>
            </a:ln>
          </p:spPr>
          <p:txBody>
            <a:bodyPr/>
            <a:lstStyle/>
            <a:p>
              <a:endParaRPr lang="zh-CN" altLang="en-US"/>
            </a:p>
          </p:txBody>
        </p:sp>
        <p:sp>
          <p:nvSpPr>
            <p:cNvPr id="193" name="Freeform 678">
              <a:extLst>
                <a:ext uri="{FF2B5EF4-FFF2-40B4-BE49-F238E27FC236}">
                  <a16:creationId xmlns:a16="http://schemas.microsoft.com/office/drawing/2014/main" id="{AC2092AB-7C84-4752-8C07-41340405F6B3}"/>
                </a:ext>
              </a:extLst>
            </p:cNvPr>
            <p:cNvSpPr>
              <a:spLocks/>
            </p:cNvSpPr>
            <p:nvPr/>
          </p:nvSpPr>
          <p:spPr bwMode="auto">
            <a:xfrm>
              <a:off x="3342" y="2652"/>
              <a:ext cx="50" cy="117"/>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w="9525">
              <a:noFill/>
              <a:round/>
              <a:headEnd/>
              <a:tailEnd/>
            </a:ln>
          </p:spPr>
          <p:txBody>
            <a:bodyPr/>
            <a:lstStyle/>
            <a:p>
              <a:endParaRPr lang="zh-CN" altLang="en-US"/>
            </a:p>
          </p:txBody>
        </p:sp>
        <p:sp>
          <p:nvSpPr>
            <p:cNvPr id="194" name="Freeform 679">
              <a:extLst>
                <a:ext uri="{FF2B5EF4-FFF2-40B4-BE49-F238E27FC236}">
                  <a16:creationId xmlns:a16="http://schemas.microsoft.com/office/drawing/2014/main" id="{43B6610B-6F61-46EC-9009-23DD1B9BFC00}"/>
                </a:ext>
              </a:extLst>
            </p:cNvPr>
            <p:cNvSpPr>
              <a:spLocks/>
            </p:cNvSpPr>
            <p:nvPr/>
          </p:nvSpPr>
          <p:spPr bwMode="auto">
            <a:xfrm>
              <a:off x="3188" y="2730"/>
              <a:ext cx="183" cy="40"/>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w="9525">
              <a:noFill/>
              <a:round/>
              <a:headEnd/>
              <a:tailEnd/>
            </a:ln>
          </p:spPr>
          <p:txBody>
            <a:bodyPr/>
            <a:lstStyle/>
            <a:p>
              <a:endParaRPr lang="zh-CN" altLang="en-US"/>
            </a:p>
          </p:txBody>
        </p:sp>
        <p:sp>
          <p:nvSpPr>
            <p:cNvPr id="195" name="Freeform 680">
              <a:extLst>
                <a:ext uri="{FF2B5EF4-FFF2-40B4-BE49-F238E27FC236}">
                  <a16:creationId xmlns:a16="http://schemas.microsoft.com/office/drawing/2014/main" id="{0BA3DFB9-0707-4DA2-93F9-7BCC4E196731}"/>
                </a:ext>
              </a:extLst>
            </p:cNvPr>
            <p:cNvSpPr>
              <a:spLocks/>
            </p:cNvSpPr>
            <p:nvPr/>
          </p:nvSpPr>
          <p:spPr bwMode="auto">
            <a:xfrm>
              <a:off x="3347" y="2653"/>
              <a:ext cx="47" cy="118"/>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w="9525">
              <a:noFill/>
              <a:round/>
              <a:headEnd/>
              <a:tailEnd/>
            </a:ln>
          </p:spPr>
          <p:txBody>
            <a:bodyPr/>
            <a:lstStyle/>
            <a:p>
              <a:endParaRPr lang="zh-CN" altLang="en-US"/>
            </a:p>
          </p:txBody>
        </p:sp>
        <p:sp>
          <p:nvSpPr>
            <p:cNvPr id="196" name="Freeform 681">
              <a:extLst>
                <a:ext uri="{FF2B5EF4-FFF2-40B4-BE49-F238E27FC236}">
                  <a16:creationId xmlns:a16="http://schemas.microsoft.com/office/drawing/2014/main" id="{0E001CBE-7A52-4E6B-9EDE-9EE350D747F8}"/>
                </a:ext>
              </a:extLst>
            </p:cNvPr>
            <p:cNvSpPr>
              <a:spLocks/>
            </p:cNvSpPr>
            <p:nvPr/>
          </p:nvSpPr>
          <p:spPr bwMode="auto">
            <a:xfrm>
              <a:off x="3188" y="2736"/>
              <a:ext cx="163" cy="39"/>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w="9525">
              <a:noFill/>
              <a:round/>
              <a:headEnd/>
              <a:tailEnd/>
            </a:ln>
          </p:spPr>
          <p:txBody>
            <a:bodyPr/>
            <a:lstStyle/>
            <a:p>
              <a:endParaRPr lang="zh-CN" altLang="en-US"/>
            </a:p>
          </p:txBody>
        </p:sp>
        <p:grpSp>
          <p:nvGrpSpPr>
            <p:cNvPr id="197" name="Group 682">
              <a:extLst>
                <a:ext uri="{FF2B5EF4-FFF2-40B4-BE49-F238E27FC236}">
                  <a16:creationId xmlns:a16="http://schemas.microsoft.com/office/drawing/2014/main" id="{231DBA86-3761-4A63-B714-878DC5D2514E}"/>
                </a:ext>
              </a:extLst>
            </p:cNvPr>
            <p:cNvGrpSpPr>
              <a:grpSpLocks/>
            </p:cNvGrpSpPr>
            <p:nvPr/>
          </p:nvGrpSpPr>
          <p:grpSpPr bwMode="auto">
            <a:xfrm>
              <a:off x="3186" y="2777"/>
              <a:ext cx="55" cy="24"/>
              <a:chOff x="1740" y="2642"/>
              <a:chExt cx="752" cy="327"/>
            </a:xfrm>
          </p:grpSpPr>
          <p:sp>
            <p:nvSpPr>
              <p:cNvPr id="206" name="Freeform 683">
                <a:extLst>
                  <a:ext uri="{FF2B5EF4-FFF2-40B4-BE49-F238E27FC236}">
                    <a16:creationId xmlns:a16="http://schemas.microsoft.com/office/drawing/2014/main" id="{C3A46DD7-BA09-4044-9F5D-9EB76C076DC5}"/>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w="9525">
                <a:noFill/>
                <a:round/>
                <a:headEnd/>
                <a:tailEnd/>
              </a:ln>
            </p:spPr>
            <p:txBody>
              <a:bodyPr/>
              <a:lstStyle/>
              <a:p>
                <a:endParaRPr lang="zh-CN" altLang="en-US"/>
              </a:p>
            </p:txBody>
          </p:sp>
          <p:sp>
            <p:nvSpPr>
              <p:cNvPr id="207" name="Freeform 684">
                <a:extLst>
                  <a:ext uri="{FF2B5EF4-FFF2-40B4-BE49-F238E27FC236}">
                    <a16:creationId xmlns:a16="http://schemas.microsoft.com/office/drawing/2014/main" id="{C4195898-E341-4990-BBD1-90A83361D81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w="9525">
                <a:noFill/>
                <a:round/>
                <a:headEnd/>
                <a:tailEnd/>
              </a:ln>
            </p:spPr>
            <p:txBody>
              <a:bodyPr/>
              <a:lstStyle/>
              <a:p>
                <a:endParaRPr lang="zh-CN" altLang="en-US"/>
              </a:p>
            </p:txBody>
          </p:sp>
          <p:sp>
            <p:nvSpPr>
              <p:cNvPr id="208" name="Freeform 685">
                <a:extLst>
                  <a:ext uri="{FF2B5EF4-FFF2-40B4-BE49-F238E27FC236}">
                    <a16:creationId xmlns:a16="http://schemas.microsoft.com/office/drawing/2014/main" id="{B19AB0B0-741D-49ED-B0FB-D113EAFB0CF7}"/>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w="9525">
                <a:noFill/>
                <a:round/>
                <a:headEnd/>
                <a:tailEnd/>
              </a:ln>
            </p:spPr>
            <p:txBody>
              <a:bodyPr/>
              <a:lstStyle/>
              <a:p>
                <a:endParaRPr lang="zh-CN" altLang="en-US"/>
              </a:p>
            </p:txBody>
          </p:sp>
          <p:sp>
            <p:nvSpPr>
              <p:cNvPr id="209" name="Freeform 686">
                <a:extLst>
                  <a:ext uri="{FF2B5EF4-FFF2-40B4-BE49-F238E27FC236}">
                    <a16:creationId xmlns:a16="http://schemas.microsoft.com/office/drawing/2014/main" id="{1874FEEE-BB9E-4D60-90E2-8B64EBD440FE}"/>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w="9525">
                <a:noFill/>
                <a:round/>
                <a:headEnd/>
                <a:tailEnd/>
              </a:ln>
            </p:spPr>
            <p:txBody>
              <a:bodyPr/>
              <a:lstStyle/>
              <a:p>
                <a:endParaRPr lang="zh-CN" altLang="en-US"/>
              </a:p>
            </p:txBody>
          </p:sp>
          <p:sp>
            <p:nvSpPr>
              <p:cNvPr id="210" name="Freeform 687">
                <a:extLst>
                  <a:ext uri="{FF2B5EF4-FFF2-40B4-BE49-F238E27FC236}">
                    <a16:creationId xmlns:a16="http://schemas.microsoft.com/office/drawing/2014/main" id="{4ECEAFAD-1B46-447E-988B-FD9C67A67265}"/>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w="9525">
                <a:noFill/>
                <a:round/>
                <a:headEnd/>
                <a:tailEnd/>
              </a:ln>
            </p:spPr>
            <p:txBody>
              <a:bodyPr/>
              <a:lstStyle/>
              <a:p>
                <a:endParaRPr lang="zh-CN" altLang="en-US"/>
              </a:p>
            </p:txBody>
          </p:sp>
          <p:sp>
            <p:nvSpPr>
              <p:cNvPr id="211" name="Freeform 688">
                <a:extLst>
                  <a:ext uri="{FF2B5EF4-FFF2-40B4-BE49-F238E27FC236}">
                    <a16:creationId xmlns:a16="http://schemas.microsoft.com/office/drawing/2014/main" id="{6A462EBE-F20B-496F-BBF3-3758143E0F6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w="9525">
                <a:noFill/>
                <a:round/>
                <a:headEnd/>
                <a:tailEnd/>
              </a:ln>
            </p:spPr>
            <p:txBody>
              <a:bodyPr/>
              <a:lstStyle/>
              <a:p>
                <a:endParaRPr lang="zh-CN" altLang="en-US"/>
              </a:p>
            </p:txBody>
          </p:sp>
        </p:grpSp>
        <p:sp>
          <p:nvSpPr>
            <p:cNvPr id="198" name="Freeform 689">
              <a:extLst>
                <a:ext uri="{FF2B5EF4-FFF2-40B4-BE49-F238E27FC236}">
                  <a16:creationId xmlns:a16="http://schemas.microsoft.com/office/drawing/2014/main" id="{04236378-F2AB-40A9-B03C-4E36CBB27A2B}"/>
                </a:ext>
              </a:extLst>
            </p:cNvPr>
            <p:cNvSpPr>
              <a:spLocks/>
            </p:cNvSpPr>
            <p:nvPr/>
          </p:nvSpPr>
          <p:spPr bwMode="auto">
            <a:xfrm>
              <a:off x="3280" y="2781"/>
              <a:ext cx="67" cy="51"/>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w="9525">
              <a:noFill/>
              <a:round/>
              <a:headEnd/>
              <a:tailEnd/>
            </a:ln>
          </p:spPr>
          <p:txBody>
            <a:bodyPr/>
            <a:lstStyle/>
            <a:p>
              <a:endParaRPr lang="zh-CN" altLang="en-US"/>
            </a:p>
          </p:txBody>
        </p:sp>
        <p:sp>
          <p:nvSpPr>
            <p:cNvPr id="199" name="Freeform 690">
              <a:extLst>
                <a:ext uri="{FF2B5EF4-FFF2-40B4-BE49-F238E27FC236}">
                  <a16:creationId xmlns:a16="http://schemas.microsoft.com/office/drawing/2014/main" id="{12187A79-E646-45BB-A496-E79CDCCC7143}"/>
                </a:ext>
              </a:extLst>
            </p:cNvPr>
            <p:cNvSpPr>
              <a:spLocks/>
            </p:cNvSpPr>
            <p:nvPr/>
          </p:nvSpPr>
          <p:spPr bwMode="auto">
            <a:xfrm>
              <a:off x="3109" y="2785"/>
              <a:ext cx="171" cy="4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200" name="Freeform 691">
              <a:extLst>
                <a:ext uri="{FF2B5EF4-FFF2-40B4-BE49-F238E27FC236}">
                  <a16:creationId xmlns:a16="http://schemas.microsoft.com/office/drawing/2014/main" id="{524CAF19-2CBE-4F58-9668-5775CDC60AA6}"/>
                </a:ext>
              </a:extLst>
            </p:cNvPr>
            <p:cNvSpPr>
              <a:spLocks/>
            </p:cNvSpPr>
            <p:nvPr/>
          </p:nvSpPr>
          <p:spPr bwMode="auto">
            <a:xfrm>
              <a:off x="3110" y="277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w="9525">
              <a:noFill/>
              <a:round/>
              <a:headEnd/>
              <a:tailEnd/>
            </a:ln>
          </p:spPr>
          <p:txBody>
            <a:bodyPr/>
            <a:lstStyle/>
            <a:p>
              <a:endParaRPr lang="zh-CN" altLang="en-US"/>
            </a:p>
          </p:txBody>
        </p:sp>
        <p:sp>
          <p:nvSpPr>
            <p:cNvPr id="201" name="Freeform 692">
              <a:extLst>
                <a:ext uri="{FF2B5EF4-FFF2-40B4-BE49-F238E27FC236}">
                  <a16:creationId xmlns:a16="http://schemas.microsoft.com/office/drawing/2014/main" id="{9E58F830-1181-43A3-B5AA-7F9EEA1A9602}"/>
                </a:ext>
              </a:extLst>
            </p:cNvPr>
            <p:cNvSpPr>
              <a:spLocks/>
            </p:cNvSpPr>
            <p:nvPr/>
          </p:nvSpPr>
          <p:spPr bwMode="auto">
            <a:xfrm>
              <a:off x="3110" y="273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w="9525">
              <a:noFill/>
              <a:round/>
              <a:headEnd/>
              <a:tailEnd/>
            </a:ln>
          </p:spPr>
          <p:txBody>
            <a:bodyPr/>
            <a:lstStyle/>
            <a:p>
              <a:endParaRPr lang="zh-CN" altLang="en-US"/>
            </a:p>
          </p:txBody>
        </p:sp>
        <p:sp>
          <p:nvSpPr>
            <p:cNvPr id="202" name="Freeform 693">
              <a:extLst>
                <a:ext uri="{FF2B5EF4-FFF2-40B4-BE49-F238E27FC236}">
                  <a16:creationId xmlns:a16="http://schemas.microsoft.com/office/drawing/2014/main" id="{5BED7CEA-A51A-4388-8732-FECF57B1FBE1}"/>
                </a:ext>
              </a:extLst>
            </p:cNvPr>
            <p:cNvSpPr>
              <a:spLocks/>
            </p:cNvSpPr>
            <p:nvPr/>
          </p:nvSpPr>
          <p:spPr bwMode="auto">
            <a:xfrm>
              <a:off x="3115" y="2778"/>
              <a:ext cx="162" cy="4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203" name="Freeform 694">
              <a:extLst>
                <a:ext uri="{FF2B5EF4-FFF2-40B4-BE49-F238E27FC236}">
                  <a16:creationId xmlns:a16="http://schemas.microsoft.com/office/drawing/2014/main" id="{1F9B1FD1-C0B3-440F-81A2-81740492CB35}"/>
                </a:ext>
              </a:extLst>
            </p:cNvPr>
            <p:cNvSpPr>
              <a:spLocks/>
            </p:cNvSpPr>
            <p:nvPr/>
          </p:nvSpPr>
          <p:spPr bwMode="auto">
            <a:xfrm flipV="1">
              <a:off x="3277" y="2775"/>
              <a:ext cx="66" cy="47"/>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w="9525">
              <a:noFill/>
              <a:round/>
              <a:headEnd/>
              <a:tailEnd/>
            </a:ln>
          </p:spPr>
          <p:txBody>
            <a:bodyPr/>
            <a:lstStyle/>
            <a:p>
              <a:endParaRPr lang="zh-CN" altLang="en-US"/>
            </a:p>
          </p:txBody>
        </p:sp>
        <p:sp>
          <p:nvSpPr>
            <p:cNvPr id="204" name="Freeform 695">
              <a:extLst>
                <a:ext uri="{FF2B5EF4-FFF2-40B4-BE49-F238E27FC236}">
                  <a16:creationId xmlns:a16="http://schemas.microsoft.com/office/drawing/2014/main" id="{512A0435-6ACD-4BCF-860E-8A32827213C4}"/>
                </a:ext>
              </a:extLst>
            </p:cNvPr>
            <p:cNvSpPr>
              <a:spLocks/>
            </p:cNvSpPr>
            <p:nvPr/>
          </p:nvSpPr>
          <p:spPr bwMode="auto">
            <a:xfrm>
              <a:off x="3382" y="2736"/>
              <a:ext cx="1" cy="10"/>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w="9525">
              <a:noFill/>
              <a:round/>
              <a:headEnd/>
              <a:tailEnd/>
            </a:ln>
          </p:spPr>
          <p:txBody>
            <a:bodyPr/>
            <a:lstStyle/>
            <a:p>
              <a:endParaRPr lang="zh-CN" altLang="en-US"/>
            </a:p>
          </p:txBody>
        </p:sp>
        <p:sp>
          <p:nvSpPr>
            <p:cNvPr id="205" name="Freeform 696">
              <a:extLst>
                <a:ext uri="{FF2B5EF4-FFF2-40B4-BE49-F238E27FC236}">
                  <a16:creationId xmlns:a16="http://schemas.microsoft.com/office/drawing/2014/main" id="{CFF83A5D-CCC3-449E-84B2-8AEA28EB79D2}"/>
                </a:ext>
              </a:extLst>
            </p:cNvPr>
            <p:cNvSpPr>
              <a:spLocks/>
            </p:cNvSpPr>
            <p:nvPr/>
          </p:nvSpPr>
          <p:spPr bwMode="auto">
            <a:xfrm>
              <a:off x="3382" y="2698"/>
              <a:ext cx="79" cy="39"/>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w="9525">
              <a:noFill/>
              <a:round/>
              <a:headEnd/>
              <a:tailEnd/>
            </a:ln>
          </p:spPr>
          <p:txBody>
            <a:bodyPr/>
            <a:lstStyle/>
            <a:p>
              <a:endParaRPr lang="zh-CN" altLang="en-US"/>
            </a:p>
          </p:txBody>
        </p:sp>
      </p:grpSp>
      <p:grpSp>
        <p:nvGrpSpPr>
          <p:cNvPr id="218" name="Group 699">
            <a:extLst>
              <a:ext uri="{FF2B5EF4-FFF2-40B4-BE49-F238E27FC236}">
                <a16:creationId xmlns:a16="http://schemas.microsoft.com/office/drawing/2014/main" id="{DD737677-BEE5-4A1A-A384-7A3610C6A66F}"/>
              </a:ext>
            </a:extLst>
          </p:cNvPr>
          <p:cNvGrpSpPr>
            <a:grpSpLocks/>
          </p:cNvGrpSpPr>
          <p:nvPr/>
        </p:nvGrpSpPr>
        <p:grpSpPr bwMode="auto">
          <a:xfrm flipH="1">
            <a:off x="6111875" y="3786187"/>
            <a:ext cx="501650" cy="512763"/>
            <a:chOff x="2839" y="3501"/>
            <a:chExt cx="755" cy="803"/>
          </a:xfrm>
        </p:grpSpPr>
        <p:pic>
          <p:nvPicPr>
            <p:cNvPr id="219" name="Picture 700" descr="desktop_computer_stylized_medium">
              <a:extLst>
                <a:ext uri="{FF2B5EF4-FFF2-40B4-BE49-F238E27FC236}">
                  <a16:creationId xmlns:a16="http://schemas.microsoft.com/office/drawing/2014/main" id="{8705D80C-6FDA-47C8-9682-3FA478E114F1}"/>
                </a:ext>
              </a:extLst>
            </p:cNvPr>
            <p:cNvPicPr>
              <a:picLocks noChangeAspect="1" noChangeArrowheads="1"/>
            </p:cNvPicPr>
            <p:nvPr/>
          </p:nvPicPr>
          <p:blipFill>
            <a:blip r:embed="rId4"/>
            <a:srcRect/>
            <a:stretch>
              <a:fillRect/>
            </a:stretch>
          </p:blipFill>
          <p:spPr bwMode="auto">
            <a:xfrm>
              <a:off x="2839" y="3501"/>
              <a:ext cx="755" cy="803"/>
            </a:xfrm>
            <a:prstGeom prst="rect">
              <a:avLst/>
            </a:prstGeom>
            <a:noFill/>
            <a:ln w="9525">
              <a:noFill/>
              <a:miter lim="800000"/>
              <a:headEnd/>
              <a:tailEnd/>
            </a:ln>
          </p:spPr>
        </p:pic>
        <p:sp>
          <p:nvSpPr>
            <p:cNvPr id="220" name="Freeform 701">
              <a:extLst>
                <a:ext uri="{FF2B5EF4-FFF2-40B4-BE49-F238E27FC236}">
                  <a16:creationId xmlns:a16="http://schemas.microsoft.com/office/drawing/2014/main" id="{EDD05E93-BADE-4CA0-A04C-2A9F2088898D}"/>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w="9525">
              <a:noFill/>
              <a:round/>
              <a:headEnd/>
              <a:tailEnd/>
            </a:ln>
          </p:spPr>
          <p:txBody>
            <a:bodyPr wrap="none"/>
            <a:lstStyle/>
            <a:p>
              <a:endParaRPr lang="zh-CN" altLang="en-US"/>
            </a:p>
          </p:txBody>
        </p:sp>
      </p:grpSp>
      <p:grpSp>
        <p:nvGrpSpPr>
          <p:cNvPr id="221" name="Group 702">
            <a:extLst>
              <a:ext uri="{FF2B5EF4-FFF2-40B4-BE49-F238E27FC236}">
                <a16:creationId xmlns:a16="http://schemas.microsoft.com/office/drawing/2014/main" id="{6433A0E4-ED52-44B2-9FAB-1538866D70E1}"/>
              </a:ext>
            </a:extLst>
          </p:cNvPr>
          <p:cNvGrpSpPr>
            <a:grpSpLocks/>
          </p:cNvGrpSpPr>
          <p:nvPr/>
        </p:nvGrpSpPr>
        <p:grpSpPr bwMode="auto">
          <a:xfrm flipH="1">
            <a:off x="6262687" y="3359150"/>
            <a:ext cx="501650" cy="512762"/>
            <a:chOff x="2839" y="3501"/>
            <a:chExt cx="755" cy="803"/>
          </a:xfrm>
        </p:grpSpPr>
        <p:pic>
          <p:nvPicPr>
            <p:cNvPr id="222" name="Picture 703" descr="desktop_computer_stylized_medium">
              <a:extLst>
                <a:ext uri="{FF2B5EF4-FFF2-40B4-BE49-F238E27FC236}">
                  <a16:creationId xmlns:a16="http://schemas.microsoft.com/office/drawing/2014/main" id="{7B19F213-69C1-412D-AEC3-F0DB5DF2AE23}"/>
                </a:ext>
              </a:extLst>
            </p:cNvPr>
            <p:cNvPicPr>
              <a:picLocks noChangeAspect="1" noChangeArrowheads="1"/>
            </p:cNvPicPr>
            <p:nvPr/>
          </p:nvPicPr>
          <p:blipFill>
            <a:blip r:embed="rId4"/>
            <a:srcRect/>
            <a:stretch>
              <a:fillRect/>
            </a:stretch>
          </p:blipFill>
          <p:spPr bwMode="auto">
            <a:xfrm>
              <a:off x="2839" y="3501"/>
              <a:ext cx="755" cy="803"/>
            </a:xfrm>
            <a:prstGeom prst="rect">
              <a:avLst/>
            </a:prstGeom>
            <a:noFill/>
            <a:ln w="9525">
              <a:noFill/>
              <a:miter lim="800000"/>
              <a:headEnd/>
              <a:tailEnd/>
            </a:ln>
          </p:spPr>
        </p:pic>
        <p:sp>
          <p:nvSpPr>
            <p:cNvPr id="223" name="Freeform 704">
              <a:extLst>
                <a:ext uri="{FF2B5EF4-FFF2-40B4-BE49-F238E27FC236}">
                  <a16:creationId xmlns:a16="http://schemas.microsoft.com/office/drawing/2014/main" id="{1AE07EAE-1C4D-4B78-801A-69299C13E97E}"/>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w="9525">
              <a:noFill/>
              <a:round/>
              <a:headEnd/>
              <a:tailEnd/>
            </a:ln>
          </p:spPr>
          <p:txBody>
            <a:bodyPr wrap="none"/>
            <a:lstStyle/>
            <a:p>
              <a:endParaRPr lang="zh-CN" altLang="en-US"/>
            </a:p>
          </p:txBody>
        </p:sp>
      </p:grpSp>
      <p:grpSp>
        <p:nvGrpSpPr>
          <p:cNvPr id="224" name="Group 705">
            <a:extLst>
              <a:ext uri="{FF2B5EF4-FFF2-40B4-BE49-F238E27FC236}">
                <a16:creationId xmlns:a16="http://schemas.microsoft.com/office/drawing/2014/main" id="{BB844824-4BD8-426F-9513-0278C0352CA7}"/>
              </a:ext>
            </a:extLst>
          </p:cNvPr>
          <p:cNvGrpSpPr>
            <a:grpSpLocks/>
          </p:cNvGrpSpPr>
          <p:nvPr/>
        </p:nvGrpSpPr>
        <p:grpSpPr bwMode="auto">
          <a:xfrm>
            <a:off x="6935787" y="3746500"/>
            <a:ext cx="501650" cy="512762"/>
            <a:chOff x="2839" y="3501"/>
            <a:chExt cx="755" cy="803"/>
          </a:xfrm>
        </p:grpSpPr>
        <p:pic>
          <p:nvPicPr>
            <p:cNvPr id="225" name="Picture 706" descr="desktop_computer_stylized_medium">
              <a:extLst>
                <a:ext uri="{FF2B5EF4-FFF2-40B4-BE49-F238E27FC236}">
                  <a16:creationId xmlns:a16="http://schemas.microsoft.com/office/drawing/2014/main" id="{855912C7-05CE-426F-A38B-4DE7D1FC4953}"/>
                </a:ext>
              </a:extLst>
            </p:cNvPr>
            <p:cNvPicPr>
              <a:picLocks noChangeAspect="1" noChangeArrowheads="1"/>
            </p:cNvPicPr>
            <p:nvPr/>
          </p:nvPicPr>
          <p:blipFill>
            <a:blip r:embed="rId4"/>
            <a:srcRect/>
            <a:stretch>
              <a:fillRect/>
            </a:stretch>
          </p:blipFill>
          <p:spPr bwMode="auto">
            <a:xfrm>
              <a:off x="2839" y="3501"/>
              <a:ext cx="755" cy="803"/>
            </a:xfrm>
            <a:prstGeom prst="rect">
              <a:avLst/>
            </a:prstGeom>
            <a:noFill/>
            <a:ln w="9525">
              <a:noFill/>
              <a:miter lim="800000"/>
              <a:headEnd/>
              <a:tailEnd/>
            </a:ln>
          </p:spPr>
        </p:pic>
        <p:sp>
          <p:nvSpPr>
            <p:cNvPr id="226" name="Freeform 707">
              <a:extLst>
                <a:ext uri="{FF2B5EF4-FFF2-40B4-BE49-F238E27FC236}">
                  <a16:creationId xmlns:a16="http://schemas.microsoft.com/office/drawing/2014/main" id="{8F30DD08-950A-4212-AA37-6DECF40D7B5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w="9525">
              <a:noFill/>
              <a:round/>
              <a:headEnd/>
              <a:tailEnd/>
            </a:ln>
          </p:spPr>
          <p:txBody>
            <a:bodyPr wrap="none"/>
            <a:lstStyle/>
            <a:p>
              <a:endParaRPr lang="zh-CN" altLang="en-US"/>
            </a:p>
          </p:txBody>
        </p:sp>
      </p:grpSp>
      <p:grpSp>
        <p:nvGrpSpPr>
          <p:cNvPr id="227" name="Group 708">
            <a:extLst>
              <a:ext uri="{FF2B5EF4-FFF2-40B4-BE49-F238E27FC236}">
                <a16:creationId xmlns:a16="http://schemas.microsoft.com/office/drawing/2014/main" id="{30CBD073-923E-424D-934A-422AD286232E}"/>
              </a:ext>
            </a:extLst>
          </p:cNvPr>
          <p:cNvGrpSpPr>
            <a:grpSpLocks/>
          </p:cNvGrpSpPr>
          <p:nvPr/>
        </p:nvGrpSpPr>
        <p:grpSpPr bwMode="auto">
          <a:xfrm>
            <a:off x="6737350" y="4186237"/>
            <a:ext cx="501650" cy="512763"/>
            <a:chOff x="2839" y="3501"/>
            <a:chExt cx="755" cy="803"/>
          </a:xfrm>
        </p:grpSpPr>
        <p:pic>
          <p:nvPicPr>
            <p:cNvPr id="228" name="Picture 709" descr="desktop_computer_stylized_medium">
              <a:extLst>
                <a:ext uri="{FF2B5EF4-FFF2-40B4-BE49-F238E27FC236}">
                  <a16:creationId xmlns:a16="http://schemas.microsoft.com/office/drawing/2014/main" id="{190732D1-859C-4441-897D-ADB9F47C69D7}"/>
                </a:ext>
              </a:extLst>
            </p:cNvPr>
            <p:cNvPicPr>
              <a:picLocks noChangeAspect="1" noChangeArrowheads="1"/>
            </p:cNvPicPr>
            <p:nvPr/>
          </p:nvPicPr>
          <p:blipFill>
            <a:blip r:embed="rId4"/>
            <a:srcRect/>
            <a:stretch>
              <a:fillRect/>
            </a:stretch>
          </p:blipFill>
          <p:spPr bwMode="auto">
            <a:xfrm>
              <a:off x="2839" y="3501"/>
              <a:ext cx="755" cy="803"/>
            </a:xfrm>
            <a:prstGeom prst="rect">
              <a:avLst/>
            </a:prstGeom>
            <a:noFill/>
            <a:ln w="9525">
              <a:noFill/>
              <a:miter lim="800000"/>
              <a:headEnd/>
              <a:tailEnd/>
            </a:ln>
          </p:spPr>
        </p:pic>
        <p:sp>
          <p:nvSpPr>
            <p:cNvPr id="229" name="Freeform 710">
              <a:extLst>
                <a:ext uri="{FF2B5EF4-FFF2-40B4-BE49-F238E27FC236}">
                  <a16:creationId xmlns:a16="http://schemas.microsoft.com/office/drawing/2014/main" id="{367A3B36-9CAE-405C-8D15-F6EA76D165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w="9525">
              <a:noFill/>
              <a:round/>
              <a:headEnd/>
              <a:tailEnd/>
            </a:ln>
          </p:spPr>
          <p:txBody>
            <a:bodyPr wrap="none"/>
            <a:lstStyle/>
            <a:p>
              <a:endParaRPr lang="zh-CN" altLang="en-US"/>
            </a:p>
          </p:txBody>
        </p:sp>
      </p:grpSp>
      <p:sp>
        <p:nvSpPr>
          <p:cNvPr id="230" name="Text Box 7">
            <a:extLst>
              <a:ext uri="{FF2B5EF4-FFF2-40B4-BE49-F238E27FC236}">
                <a16:creationId xmlns:a16="http://schemas.microsoft.com/office/drawing/2014/main" id="{D3A68CF6-7986-4CD0-BF3A-6054BE2FC273}"/>
              </a:ext>
            </a:extLst>
          </p:cNvPr>
          <p:cNvSpPr txBox="1">
            <a:spLocks noChangeArrowheads="1"/>
          </p:cNvSpPr>
          <p:nvPr/>
        </p:nvSpPr>
        <p:spPr bwMode="auto">
          <a:xfrm>
            <a:off x="9961562" y="4800600"/>
            <a:ext cx="1011238" cy="454025"/>
          </a:xfrm>
          <a:prstGeom prst="rect">
            <a:avLst/>
          </a:prstGeom>
          <a:noFill/>
          <a:ln w="9525">
            <a:noFill/>
            <a:miter lim="800000"/>
            <a:headEnd/>
            <a:tailEnd/>
          </a:ln>
        </p:spPr>
        <p:txBody>
          <a:bodyPr wrap="none">
            <a:spAutoFit/>
          </a:bodyPr>
          <a:lstStyle/>
          <a:p>
            <a:pPr algn="ctr" eaLnBrk="0" hangingPunct="0">
              <a:lnSpc>
                <a:spcPct val="85000"/>
              </a:lnSpc>
            </a:pPr>
            <a:r>
              <a:rPr lang="en-US" altLang="zh-CN" sz="1400" dirty="0">
                <a:ea typeface="ＭＳ Ｐゴシック" pitchFamily="34" charset="-128"/>
              </a:rPr>
              <a:t>shared RF</a:t>
            </a:r>
          </a:p>
          <a:p>
            <a:pPr algn="ctr" eaLnBrk="0" hangingPunct="0">
              <a:lnSpc>
                <a:spcPct val="85000"/>
              </a:lnSpc>
            </a:pPr>
            <a:r>
              <a:rPr lang="en-US" altLang="zh-CN" sz="1400" dirty="0">
                <a:ea typeface="ＭＳ Ｐゴシック" pitchFamily="34" charset="-128"/>
              </a:rPr>
              <a:t>(satellite) </a:t>
            </a:r>
          </a:p>
        </p:txBody>
      </p:sp>
    </p:spTree>
    <p:extLst>
      <p:ext uri="{BB962C8B-B14F-4D97-AF65-F5344CB8AC3E}">
        <p14:creationId xmlns:p14="http://schemas.microsoft.com/office/powerpoint/2010/main" val="1049388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pPr algn="l">
              <a:lnSpc>
                <a:spcPct val="90000"/>
              </a:lnSpc>
            </a:pPr>
            <a:r>
              <a:rPr lang="en-US" kern="1200" dirty="0">
                <a:solidFill>
                  <a:schemeClr val="tx1"/>
                </a:solidFill>
                <a:latin typeface="+mj-lt"/>
                <a:ea typeface="+mj-ea"/>
                <a:cs typeface="+mj-cs"/>
              </a:rPr>
              <a:t>Normal </a:t>
            </a:r>
            <a:r>
              <a:rPr lang="en-US" dirty="0"/>
              <a:t>socket</a:t>
            </a:r>
            <a:endParaRPr lang="en-US" kern="1200" dirty="0">
              <a:solidFill>
                <a:schemeClr val="tx1"/>
              </a:solidFill>
              <a:latin typeface="+mj-lt"/>
              <a:ea typeface="+mj-ea"/>
              <a:cs typeface="+mj-cs"/>
            </a:endParaRPr>
          </a:p>
        </p:txBody>
      </p:sp>
      <p:sp>
        <p:nvSpPr>
          <p:cNvPr id="9" name="Rectangle 8">
            <a:extLst>
              <a:ext uri="{FF2B5EF4-FFF2-40B4-BE49-F238E27FC236}">
                <a16:creationId xmlns:a16="http://schemas.microsoft.com/office/drawing/2014/main" id="{0EF20277-3838-42F6-82B5-CC268D6CF67D}"/>
              </a:ext>
            </a:extLst>
          </p:cNvPr>
          <p:cNvSpPr/>
          <p:nvPr/>
        </p:nvSpPr>
        <p:spPr>
          <a:xfrm>
            <a:off x="457200" y="5638800"/>
            <a:ext cx="8001000" cy="5492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cxnSp>
        <p:nvCxnSpPr>
          <p:cNvPr id="14" name="Straight Connector 13">
            <a:extLst>
              <a:ext uri="{FF2B5EF4-FFF2-40B4-BE49-F238E27FC236}">
                <a16:creationId xmlns:a16="http://schemas.microsoft.com/office/drawing/2014/main" id="{B6913064-867F-4E54-AB77-2D591DB8E852}"/>
              </a:ext>
            </a:extLst>
          </p:cNvPr>
          <p:cNvCxnSpPr>
            <a:cxnSpLocks/>
          </p:cNvCxnSpPr>
          <p:nvPr/>
        </p:nvCxnSpPr>
        <p:spPr>
          <a:xfrm>
            <a:off x="2209800" y="5638800"/>
            <a:ext cx="0" cy="549275"/>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B566B30-1D83-4065-9B36-90E25D2F317B}"/>
              </a:ext>
            </a:extLst>
          </p:cNvPr>
          <p:cNvSpPr txBox="1"/>
          <p:nvPr/>
        </p:nvSpPr>
        <p:spPr>
          <a:xfrm>
            <a:off x="609604" y="5791200"/>
            <a:ext cx="1473865" cy="369332"/>
          </a:xfrm>
          <a:prstGeom prst="rect">
            <a:avLst/>
          </a:prstGeom>
          <a:noFill/>
        </p:spPr>
        <p:txBody>
          <a:bodyPr wrap="square" rtlCol="0">
            <a:spAutoFit/>
          </a:bodyPr>
          <a:lstStyle/>
          <a:p>
            <a:r>
              <a:rPr lang="en-US" dirty="0"/>
              <a:t>Ether header</a:t>
            </a:r>
            <a:endParaRPr lang="en-CA" dirty="0"/>
          </a:p>
        </p:txBody>
      </p:sp>
      <p:sp>
        <p:nvSpPr>
          <p:cNvPr id="16" name="TextBox 15">
            <a:extLst>
              <a:ext uri="{FF2B5EF4-FFF2-40B4-BE49-F238E27FC236}">
                <a16:creationId xmlns:a16="http://schemas.microsoft.com/office/drawing/2014/main" id="{A07C744B-8DDA-402D-A52C-1F79162FFF68}"/>
              </a:ext>
            </a:extLst>
          </p:cNvPr>
          <p:cNvSpPr txBox="1"/>
          <p:nvPr/>
        </p:nvSpPr>
        <p:spPr>
          <a:xfrm>
            <a:off x="2438403" y="5791200"/>
            <a:ext cx="1473865" cy="369332"/>
          </a:xfrm>
          <a:prstGeom prst="rect">
            <a:avLst/>
          </a:prstGeom>
          <a:noFill/>
        </p:spPr>
        <p:txBody>
          <a:bodyPr wrap="square" rtlCol="0">
            <a:spAutoFit/>
          </a:bodyPr>
          <a:lstStyle/>
          <a:p>
            <a:r>
              <a:rPr lang="en-US" dirty="0"/>
              <a:t>IP header</a:t>
            </a:r>
            <a:endParaRPr lang="en-CA" dirty="0"/>
          </a:p>
        </p:txBody>
      </p:sp>
      <p:sp>
        <p:nvSpPr>
          <p:cNvPr id="17" name="TextBox 16">
            <a:extLst>
              <a:ext uri="{FF2B5EF4-FFF2-40B4-BE49-F238E27FC236}">
                <a16:creationId xmlns:a16="http://schemas.microsoft.com/office/drawing/2014/main" id="{DB8DEF0C-F4F0-45CE-AEDC-35758E7A09E1}"/>
              </a:ext>
            </a:extLst>
          </p:cNvPr>
          <p:cNvSpPr txBox="1"/>
          <p:nvPr/>
        </p:nvSpPr>
        <p:spPr>
          <a:xfrm>
            <a:off x="3886204" y="5791200"/>
            <a:ext cx="1473865" cy="369332"/>
          </a:xfrm>
          <a:prstGeom prst="rect">
            <a:avLst/>
          </a:prstGeom>
          <a:noFill/>
        </p:spPr>
        <p:txBody>
          <a:bodyPr wrap="square" rtlCol="0">
            <a:spAutoFit/>
          </a:bodyPr>
          <a:lstStyle/>
          <a:p>
            <a:r>
              <a:rPr lang="en-US" dirty="0"/>
              <a:t>UDP header</a:t>
            </a:r>
            <a:endParaRPr lang="en-CA" dirty="0"/>
          </a:p>
        </p:txBody>
      </p:sp>
      <p:sp>
        <p:nvSpPr>
          <p:cNvPr id="18" name="TextBox 17">
            <a:extLst>
              <a:ext uri="{FF2B5EF4-FFF2-40B4-BE49-F238E27FC236}">
                <a16:creationId xmlns:a16="http://schemas.microsoft.com/office/drawing/2014/main" id="{975C5F74-19AD-4493-853E-70DCBE207FF7}"/>
              </a:ext>
            </a:extLst>
          </p:cNvPr>
          <p:cNvSpPr txBox="1"/>
          <p:nvPr/>
        </p:nvSpPr>
        <p:spPr>
          <a:xfrm>
            <a:off x="5943604" y="5791200"/>
            <a:ext cx="1965146" cy="369332"/>
          </a:xfrm>
          <a:prstGeom prst="rect">
            <a:avLst/>
          </a:prstGeom>
          <a:noFill/>
        </p:spPr>
        <p:txBody>
          <a:bodyPr wrap="square" rtlCol="0">
            <a:spAutoFit/>
          </a:bodyPr>
          <a:lstStyle/>
          <a:p>
            <a:r>
              <a:rPr lang="en-US" dirty="0"/>
              <a:t>Application Data</a:t>
            </a:r>
            <a:endParaRPr lang="en-CA" dirty="0"/>
          </a:p>
        </p:txBody>
      </p:sp>
      <p:cxnSp>
        <p:nvCxnSpPr>
          <p:cNvPr id="19" name="Straight Connector 18">
            <a:extLst>
              <a:ext uri="{FF2B5EF4-FFF2-40B4-BE49-F238E27FC236}">
                <a16:creationId xmlns:a16="http://schemas.microsoft.com/office/drawing/2014/main" id="{0092A068-D534-47BD-BD33-B88416FF0285}"/>
              </a:ext>
            </a:extLst>
          </p:cNvPr>
          <p:cNvCxnSpPr>
            <a:cxnSpLocks/>
          </p:cNvCxnSpPr>
          <p:nvPr/>
        </p:nvCxnSpPr>
        <p:spPr>
          <a:xfrm>
            <a:off x="3810000" y="5638800"/>
            <a:ext cx="0" cy="549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732B9C3-ABBC-445F-809F-DB35F1325A46}"/>
              </a:ext>
            </a:extLst>
          </p:cNvPr>
          <p:cNvCxnSpPr>
            <a:cxnSpLocks/>
          </p:cNvCxnSpPr>
          <p:nvPr/>
        </p:nvCxnSpPr>
        <p:spPr>
          <a:xfrm>
            <a:off x="5486400" y="5638800"/>
            <a:ext cx="0" cy="6042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23EDD7D-C8E8-4560-A54F-F06673803C72}"/>
              </a:ext>
            </a:extLst>
          </p:cNvPr>
          <p:cNvCxnSpPr/>
          <p:nvPr/>
        </p:nvCxnSpPr>
        <p:spPr>
          <a:xfrm flipV="1">
            <a:off x="9003082" y="4267200"/>
            <a:ext cx="0" cy="609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3AF9D3A-CAB7-4C8A-B3C0-CD35DEFF8957}"/>
              </a:ext>
            </a:extLst>
          </p:cNvPr>
          <p:cNvSpPr txBox="1"/>
          <p:nvPr/>
        </p:nvSpPr>
        <p:spPr>
          <a:xfrm>
            <a:off x="8926882" y="4343400"/>
            <a:ext cx="3124196" cy="369332"/>
          </a:xfrm>
          <a:prstGeom prst="rect">
            <a:avLst/>
          </a:prstGeom>
          <a:noFill/>
        </p:spPr>
        <p:txBody>
          <a:bodyPr wrap="square" rtlCol="0">
            <a:spAutoFit/>
          </a:bodyPr>
          <a:lstStyle/>
          <a:p>
            <a:r>
              <a:rPr lang="en-US" dirty="0"/>
              <a:t>IP layer processing</a:t>
            </a:r>
            <a:endParaRPr lang="en-CA" dirty="0"/>
          </a:p>
        </p:txBody>
      </p:sp>
      <p:sp>
        <p:nvSpPr>
          <p:cNvPr id="26" name="Rectangle 25">
            <a:extLst>
              <a:ext uri="{FF2B5EF4-FFF2-40B4-BE49-F238E27FC236}">
                <a16:creationId xmlns:a16="http://schemas.microsoft.com/office/drawing/2014/main" id="{DE5B68D5-3244-4134-A726-48A68267BFFF}"/>
              </a:ext>
            </a:extLst>
          </p:cNvPr>
          <p:cNvSpPr/>
          <p:nvPr/>
        </p:nvSpPr>
        <p:spPr>
          <a:xfrm>
            <a:off x="2438402" y="4272597"/>
            <a:ext cx="6172197" cy="5492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TextBox 28">
            <a:extLst>
              <a:ext uri="{FF2B5EF4-FFF2-40B4-BE49-F238E27FC236}">
                <a16:creationId xmlns:a16="http://schemas.microsoft.com/office/drawing/2014/main" id="{8ECB032A-9E6C-48BD-9E51-7ADE95D622EB}"/>
              </a:ext>
            </a:extLst>
          </p:cNvPr>
          <p:cNvSpPr txBox="1"/>
          <p:nvPr/>
        </p:nvSpPr>
        <p:spPr>
          <a:xfrm>
            <a:off x="2590803" y="4424997"/>
            <a:ext cx="1473865" cy="369332"/>
          </a:xfrm>
          <a:prstGeom prst="rect">
            <a:avLst/>
          </a:prstGeom>
          <a:noFill/>
        </p:spPr>
        <p:txBody>
          <a:bodyPr wrap="square" rtlCol="0">
            <a:spAutoFit/>
          </a:bodyPr>
          <a:lstStyle/>
          <a:p>
            <a:r>
              <a:rPr lang="en-US" dirty="0"/>
              <a:t>IP header</a:t>
            </a:r>
            <a:endParaRPr lang="en-CA" dirty="0"/>
          </a:p>
        </p:txBody>
      </p:sp>
      <p:sp>
        <p:nvSpPr>
          <p:cNvPr id="30" name="TextBox 29">
            <a:extLst>
              <a:ext uri="{FF2B5EF4-FFF2-40B4-BE49-F238E27FC236}">
                <a16:creationId xmlns:a16="http://schemas.microsoft.com/office/drawing/2014/main" id="{EDD690AF-B45E-46AF-A0B5-3DFB8106282A}"/>
              </a:ext>
            </a:extLst>
          </p:cNvPr>
          <p:cNvSpPr txBox="1"/>
          <p:nvPr/>
        </p:nvSpPr>
        <p:spPr>
          <a:xfrm>
            <a:off x="4038604" y="4424997"/>
            <a:ext cx="1473865" cy="369332"/>
          </a:xfrm>
          <a:prstGeom prst="rect">
            <a:avLst/>
          </a:prstGeom>
          <a:noFill/>
        </p:spPr>
        <p:txBody>
          <a:bodyPr wrap="square" rtlCol="0">
            <a:spAutoFit/>
          </a:bodyPr>
          <a:lstStyle/>
          <a:p>
            <a:r>
              <a:rPr lang="en-US" dirty="0"/>
              <a:t>UDP header</a:t>
            </a:r>
            <a:endParaRPr lang="en-CA" dirty="0"/>
          </a:p>
        </p:txBody>
      </p:sp>
      <p:sp>
        <p:nvSpPr>
          <p:cNvPr id="31" name="TextBox 30">
            <a:extLst>
              <a:ext uri="{FF2B5EF4-FFF2-40B4-BE49-F238E27FC236}">
                <a16:creationId xmlns:a16="http://schemas.microsoft.com/office/drawing/2014/main" id="{9DF45048-B900-4A71-B56D-26FA3DCD75B1}"/>
              </a:ext>
            </a:extLst>
          </p:cNvPr>
          <p:cNvSpPr txBox="1"/>
          <p:nvPr/>
        </p:nvSpPr>
        <p:spPr>
          <a:xfrm>
            <a:off x="6096004" y="4424997"/>
            <a:ext cx="1965146" cy="369332"/>
          </a:xfrm>
          <a:prstGeom prst="rect">
            <a:avLst/>
          </a:prstGeom>
          <a:noFill/>
        </p:spPr>
        <p:txBody>
          <a:bodyPr wrap="square" rtlCol="0">
            <a:spAutoFit/>
          </a:bodyPr>
          <a:lstStyle/>
          <a:p>
            <a:r>
              <a:rPr lang="en-US" dirty="0"/>
              <a:t>Application Data</a:t>
            </a:r>
            <a:endParaRPr lang="en-CA" dirty="0"/>
          </a:p>
        </p:txBody>
      </p:sp>
      <p:cxnSp>
        <p:nvCxnSpPr>
          <p:cNvPr id="32" name="Straight Connector 31">
            <a:extLst>
              <a:ext uri="{FF2B5EF4-FFF2-40B4-BE49-F238E27FC236}">
                <a16:creationId xmlns:a16="http://schemas.microsoft.com/office/drawing/2014/main" id="{374C661B-ECEE-45EF-A020-6ACB76C9D154}"/>
              </a:ext>
            </a:extLst>
          </p:cNvPr>
          <p:cNvCxnSpPr>
            <a:cxnSpLocks/>
          </p:cNvCxnSpPr>
          <p:nvPr/>
        </p:nvCxnSpPr>
        <p:spPr>
          <a:xfrm>
            <a:off x="3962400" y="4272597"/>
            <a:ext cx="0" cy="549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BC2B114-2193-4F81-B579-49D2A4E3D402}"/>
              </a:ext>
            </a:extLst>
          </p:cNvPr>
          <p:cNvCxnSpPr>
            <a:cxnSpLocks/>
          </p:cNvCxnSpPr>
          <p:nvPr/>
        </p:nvCxnSpPr>
        <p:spPr>
          <a:xfrm>
            <a:off x="5638800" y="4272597"/>
            <a:ext cx="0" cy="6042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3EF8FF6-FB36-45FA-B93B-D78A0137EFB3}"/>
              </a:ext>
            </a:extLst>
          </p:cNvPr>
          <p:cNvCxnSpPr/>
          <p:nvPr/>
        </p:nvCxnSpPr>
        <p:spPr>
          <a:xfrm flipV="1">
            <a:off x="8763000" y="2819400"/>
            <a:ext cx="0" cy="609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379FB62-4DDA-4F53-ADCC-BC38518AB7CB}"/>
              </a:ext>
            </a:extLst>
          </p:cNvPr>
          <p:cNvSpPr txBox="1"/>
          <p:nvPr/>
        </p:nvSpPr>
        <p:spPr>
          <a:xfrm>
            <a:off x="8763000" y="2895600"/>
            <a:ext cx="3124196" cy="369332"/>
          </a:xfrm>
          <a:prstGeom prst="rect">
            <a:avLst/>
          </a:prstGeom>
          <a:noFill/>
        </p:spPr>
        <p:txBody>
          <a:bodyPr wrap="square" rtlCol="0">
            <a:spAutoFit/>
          </a:bodyPr>
          <a:lstStyle/>
          <a:p>
            <a:r>
              <a:rPr lang="en-US" dirty="0"/>
              <a:t>transport layer processing</a:t>
            </a:r>
            <a:endParaRPr lang="en-CA" dirty="0"/>
          </a:p>
        </p:txBody>
      </p:sp>
      <p:sp>
        <p:nvSpPr>
          <p:cNvPr id="36" name="Rectangle 35">
            <a:extLst>
              <a:ext uri="{FF2B5EF4-FFF2-40B4-BE49-F238E27FC236}">
                <a16:creationId xmlns:a16="http://schemas.microsoft.com/office/drawing/2014/main" id="{B3976C38-DAE6-48BB-AF7A-03A4D7F93A60}"/>
              </a:ext>
            </a:extLst>
          </p:cNvPr>
          <p:cNvSpPr/>
          <p:nvPr/>
        </p:nvSpPr>
        <p:spPr>
          <a:xfrm>
            <a:off x="3962400" y="2819400"/>
            <a:ext cx="4648197" cy="5492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8" name="TextBox 37">
            <a:extLst>
              <a:ext uri="{FF2B5EF4-FFF2-40B4-BE49-F238E27FC236}">
                <a16:creationId xmlns:a16="http://schemas.microsoft.com/office/drawing/2014/main" id="{76F3A6AC-5FD2-4955-ACE7-53F26870EAD0}"/>
              </a:ext>
            </a:extLst>
          </p:cNvPr>
          <p:cNvSpPr txBox="1"/>
          <p:nvPr/>
        </p:nvSpPr>
        <p:spPr>
          <a:xfrm>
            <a:off x="4038602" y="2971800"/>
            <a:ext cx="1473865" cy="369332"/>
          </a:xfrm>
          <a:prstGeom prst="rect">
            <a:avLst/>
          </a:prstGeom>
          <a:noFill/>
        </p:spPr>
        <p:txBody>
          <a:bodyPr wrap="square" rtlCol="0">
            <a:spAutoFit/>
          </a:bodyPr>
          <a:lstStyle/>
          <a:p>
            <a:r>
              <a:rPr lang="en-US" dirty="0"/>
              <a:t>UDP header</a:t>
            </a:r>
            <a:endParaRPr lang="en-CA" dirty="0"/>
          </a:p>
        </p:txBody>
      </p:sp>
      <p:sp>
        <p:nvSpPr>
          <p:cNvPr id="39" name="TextBox 38">
            <a:extLst>
              <a:ext uri="{FF2B5EF4-FFF2-40B4-BE49-F238E27FC236}">
                <a16:creationId xmlns:a16="http://schemas.microsoft.com/office/drawing/2014/main" id="{B43CADAF-16FE-4083-BBFA-A90B2C341669}"/>
              </a:ext>
            </a:extLst>
          </p:cNvPr>
          <p:cNvSpPr txBox="1"/>
          <p:nvPr/>
        </p:nvSpPr>
        <p:spPr>
          <a:xfrm>
            <a:off x="6096002" y="2971800"/>
            <a:ext cx="1965146" cy="369332"/>
          </a:xfrm>
          <a:prstGeom prst="rect">
            <a:avLst/>
          </a:prstGeom>
          <a:noFill/>
        </p:spPr>
        <p:txBody>
          <a:bodyPr wrap="square" rtlCol="0">
            <a:spAutoFit/>
          </a:bodyPr>
          <a:lstStyle/>
          <a:p>
            <a:r>
              <a:rPr lang="en-US" dirty="0"/>
              <a:t>Application Data</a:t>
            </a:r>
            <a:endParaRPr lang="en-CA" dirty="0"/>
          </a:p>
        </p:txBody>
      </p:sp>
      <p:cxnSp>
        <p:nvCxnSpPr>
          <p:cNvPr id="41" name="Straight Connector 40">
            <a:extLst>
              <a:ext uri="{FF2B5EF4-FFF2-40B4-BE49-F238E27FC236}">
                <a16:creationId xmlns:a16="http://schemas.microsoft.com/office/drawing/2014/main" id="{DB58C0E6-4DF2-48D5-952E-1EFD7D50234D}"/>
              </a:ext>
            </a:extLst>
          </p:cNvPr>
          <p:cNvCxnSpPr>
            <a:cxnSpLocks/>
          </p:cNvCxnSpPr>
          <p:nvPr/>
        </p:nvCxnSpPr>
        <p:spPr>
          <a:xfrm>
            <a:off x="5638798" y="2819400"/>
            <a:ext cx="0" cy="604203"/>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A73879C-D4A4-43B3-BDD5-AF0D3CD3D301}"/>
              </a:ext>
            </a:extLst>
          </p:cNvPr>
          <p:cNvCxnSpPr/>
          <p:nvPr/>
        </p:nvCxnSpPr>
        <p:spPr>
          <a:xfrm flipV="1">
            <a:off x="8789069" y="1828800"/>
            <a:ext cx="0" cy="609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7AFA160-6161-4F75-AD25-8EB9877BA7F8}"/>
              </a:ext>
            </a:extLst>
          </p:cNvPr>
          <p:cNvSpPr txBox="1"/>
          <p:nvPr/>
        </p:nvSpPr>
        <p:spPr>
          <a:xfrm>
            <a:off x="8865269" y="1981200"/>
            <a:ext cx="2945731" cy="369332"/>
          </a:xfrm>
          <a:prstGeom prst="rect">
            <a:avLst/>
          </a:prstGeom>
          <a:noFill/>
        </p:spPr>
        <p:txBody>
          <a:bodyPr wrap="square" rtlCol="0">
            <a:spAutoFit/>
          </a:bodyPr>
          <a:lstStyle/>
          <a:p>
            <a:r>
              <a:rPr lang="en-US" dirty="0">
                <a:highlight>
                  <a:srgbClr val="FFFF00"/>
                </a:highlight>
              </a:rPr>
              <a:t>UDP Socket API</a:t>
            </a:r>
            <a:endParaRPr lang="en-CA" dirty="0">
              <a:highlight>
                <a:srgbClr val="FFFF00"/>
              </a:highlight>
            </a:endParaRPr>
          </a:p>
        </p:txBody>
      </p:sp>
      <p:sp>
        <p:nvSpPr>
          <p:cNvPr id="44" name="Rectangle 43">
            <a:extLst>
              <a:ext uri="{FF2B5EF4-FFF2-40B4-BE49-F238E27FC236}">
                <a16:creationId xmlns:a16="http://schemas.microsoft.com/office/drawing/2014/main" id="{4A191293-9441-409E-A9F4-E2827621C14C}"/>
              </a:ext>
            </a:extLst>
          </p:cNvPr>
          <p:cNvSpPr/>
          <p:nvPr/>
        </p:nvSpPr>
        <p:spPr>
          <a:xfrm>
            <a:off x="5638800" y="1676400"/>
            <a:ext cx="2945731" cy="5492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6" name="TextBox 45">
            <a:extLst>
              <a:ext uri="{FF2B5EF4-FFF2-40B4-BE49-F238E27FC236}">
                <a16:creationId xmlns:a16="http://schemas.microsoft.com/office/drawing/2014/main" id="{529D2DB3-D0EC-4339-ADE6-50822C3E1509}"/>
              </a:ext>
            </a:extLst>
          </p:cNvPr>
          <p:cNvSpPr txBox="1"/>
          <p:nvPr/>
        </p:nvSpPr>
        <p:spPr>
          <a:xfrm>
            <a:off x="6172202" y="1828800"/>
            <a:ext cx="1965146" cy="369332"/>
          </a:xfrm>
          <a:prstGeom prst="rect">
            <a:avLst/>
          </a:prstGeom>
          <a:noFill/>
        </p:spPr>
        <p:txBody>
          <a:bodyPr wrap="square" rtlCol="0">
            <a:spAutoFit/>
          </a:bodyPr>
          <a:lstStyle/>
          <a:p>
            <a:r>
              <a:rPr lang="en-US" dirty="0"/>
              <a:t>Application Data</a:t>
            </a:r>
            <a:endParaRPr lang="en-CA" dirty="0"/>
          </a:p>
        </p:txBody>
      </p:sp>
      <p:cxnSp>
        <p:nvCxnSpPr>
          <p:cNvPr id="37" name="Straight Arrow Connector 36">
            <a:extLst>
              <a:ext uri="{FF2B5EF4-FFF2-40B4-BE49-F238E27FC236}">
                <a16:creationId xmlns:a16="http://schemas.microsoft.com/office/drawing/2014/main" id="{1535E801-7AF0-4B89-BE4E-DCE8D1428F30}"/>
              </a:ext>
            </a:extLst>
          </p:cNvPr>
          <p:cNvCxnSpPr/>
          <p:nvPr/>
        </p:nvCxnSpPr>
        <p:spPr>
          <a:xfrm flipV="1">
            <a:off x="8763000" y="5562600"/>
            <a:ext cx="0" cy="6096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03133374-7721-4901-8A0F-DA116C77CE87}"/>
              </a:ext>
            </a:extLst>
          </p:cNvPr>
          <p:cNvSpPr txBox="1"/>
          <p:nvPr/>
        </p:nvSpPr>
        <p:spPr>
          <a:xfrm>
            <a:off x="8686800" y="5638800"/>
            <a:ext cx="3124196" cy="369332"/>
          </a:xfrm>
          <a:prstGeom prst="rect">
            <a:avLst/>
          </a:prstGeom>
          <a:noFill/>
        </p:spPr>
        <p:txBody>
          <a:bodyPr wrap="square" rtlCol="0">
            <a:spAutoFit/>
          </a:bodyPr>
          <a:lstStyle/>
          <a:p>
            <a:r>
              <a:rPr lang="en-US" dirty="0"/>
              <a:t>Ethernet layer processing</a:t>
            </a:r>
            <a:endParaRPr lang="en-CA" dirty="0"/>
          </a:p>
        </p:txBody>
      </p:sp>
      <p:sp>
        <p:nvSpPr>
          <p:cNvPr id="45" name="TextBox 44">
            <a:extLst>
              <a:ext uri="{FF2B5EF4-FFF2-40B4-BE49-F238E27FC236}">
                <a16:creationId xmlns:a16="http://schemas.microsoft.com/office/drawing/2014/main" id="{AADF562A-679E-47C9-88D2-DD1984E712EA}"/>
              </a:ext>
            </a:extLst>
          </p:cNvPr>
          <p:cNvSpPr txBox="1"/>
          <p:nvPr/>
        </p:nvSpPr>
        <p:spPr>
          <a:xfrm>
            <a:off x="8610600" y="1066800"/>
            <a:ext cx="3124196" cy="369332"/>
          </a:xfrm>
          <a:prstGeom prst="rect">
            <a:avLst/>
          </a:prstGeom>
          <a:noFill/>
        </p:spPr>
        <p:txBody>
          <a:bodyPr wrap="square" rtlCol="0">
            <a:spAutoFit/>
          </a:bodyPr>
          <a:lstStyle/>
          <a:p>
            <a:r>
              <a:rPr lang="en-US" dirty="0" err="1">
                <a:highlight>
                  <a:srgbClr val="FFFF00"/>
                </a:highlight>
              </a:rPr>
              <a:t>buf</a:t>
            </a:r>
            <a:endParaRPr lang="en-CA" dirty="0">
              <a:highlight>
                <a:srgbClr val="FFFF00"/>
              </a:highlight>
            </a:endParaRPr>
          </a:p>
        </p:txBody>
      </p:sp>
    </p:spTree>
    <p:extLst>
      <p:ext uri="{BB962C8B-B14F-4D97-AF65-F5344CB8AC3E}">
        <p14:creationId xmlns:p14="http://schemas.microsoft.com/office/powerpoint/2010/main" val="1474750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Limitations</a:t>
            </a:r>
          </a:p>
        </p:txBody>
      </p:sp>
      <p:sp>
        <p:nvSpPr>
          <p:cNvPr id="3" name="Content Placeholder 2"/>
          <p:cNvSpPr>
            <a:spLocks noGrp="1"/>
          </p:cNvSpPr>
          <p:nvPr>
            <p:ph idx="1"/>
          </p:nvPr>
        </p:nvSpPr>
        <p:spPr/>
        <p:txBody>
          <a:bodyPr>
            <a:normAutofit/>
          </a:bodyPr>
          <a:lstStyle/>
          <a:p>
            <a:pPr marL="347663" indent="-347663"/>
            <a:r>
              <a:rPr lang="en-US" dirty="0"/>
              <a:t>The above UDP server socket only receives packets destined to the current machine. </a:t>
            </a:r>
          </a:p>
          <a:p>
            <a:pPr marL="914400" lvl="1" indent="-514350"/>
            <a:r>
              <a:rPr lang="en-US" dirty="0"/>
              <a:t>We want to sniff packets destined to other machines. </a:t>
            </a:r>
          </a:p>
          <a:p>
            <a:pPr marL="347663" indent="-347663"/>
            <a:r>
              <a:rPr lang="en-US" dirty="0" err="1">
                <a:highlight>
                  <a:srgbClr val="FFFF00"/>
                </a:highlight>
              </a:rPr>
              <a:t>buf</a:t>
            </a:r>
            <a:r>
              <a:rPr lang="en-US" dirty="0"/>
              <a:t> for the above socket only contains application data. </a:t>
            </a:r>
          </a:p>
          <a:p>
            <a:pPr marL="747713" lvl="1" indent="-347663"/>
            <a:r>
              <a:rPr lang="en-US" dirty="0"/>
              <a:t>UDP, IP, Ethernet headers are stripped off.  </a:t>
            </a:r>
          </a:p>
          <a:p>
            <a:pPr marL="747713" lvl="1" indent="-347663"/>
            <a:r>
              <a:rPr lang="en-US" dirty="0"/>
              <a:t>We want these headers in order  to forge a responding packet. </a:t>
            </a:r>
          </a:p>
          <a:p>
            <a:pPr marL="347663" indent="-347663"/>
            <a:r>
              <a:rPr lang="en-US" dirty="0"/>
              <a:t>So raw socket can overcome these issues. </a:t>
            </a:r>
          </a:p>
          <a:p>
            <a:endParaRPr lang="en-US" dirty="0"/>
          </a:p>
        </p:txBody>
      </p:sp>
    </p:spTree>
    <p:extLst>
      <p:ext uri="{BB962C8B-B14F-4D97-AF65-F5344CB8AC3E}">
        <p14:creationId xmlns:p14="http://schemas.microsoft.com/office/powerpoint/2010/main" val="1070114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pPr algn="l">
              <a:lnSpc>
                <a:spcPct val="90000"/>
              </a:lnSpc>
            </a:pPr>
            <a:r>
              <a:rPr lang="en-US" kern="1200" dirty="0">
                <a:solidFill>
                  <a:schemeClr val="tx1"/>
                </a:solidFill>
                <a:latin typeface="+mj-lt"/>
                <a:ea typeface="+mj-ea"/>
                <a:cs typeface="+mj-cs"/>
              </a:rPr>
              <a:t>Raw Socket</a:t>
            </a:r>
          </a:p>
        </p:txBody>
      </p:sp>
      <p:pic>
        <p:nvPicPr>
          <p:cNvPr id="6" name="Picture 5" descr="A screenshot of a cell phone&#10;&#10;Description automatically generated">
            <a:extLst>
              <a:ext uri="{FF2B5EF4-FFF2-40B4-BE49-F238E27FC236}">
                <a16:creationId xmlns:a16="http://schemas.microsoft.com/office/drawing/2014/main" id="{77B141F9-1F05-48D0-A9AA-154675CE79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675" y="1524001"/>
            <a:ext cx="8924925" cy="2440859"/>
          </a:xfrm>
          <a:prstGeom prst="rect">
            <a:avLst/>
          </a:prstGeom>
        </p:spPr>
      </p:pic>
      <p:sp>
        <p:nvSpPr>
          <p:cNvPr id="7" name="TextBox 6">
            <a:extLst>
              <a:ext uri="{FF2B5EF4-FFF2-40B4-BE49-F238E27FC236}">
                <a16:creationId xmlns:a16="http://schemas.microsoft.com/office/drawing/2014/main" id="{54E53427-0FB5-441C-AEAF-471105F2353B}"/>
              </a:ext>
            </a:extLst>
          </p:cNvPr>
          <p:cNvSpPr txBox="1"/>
          <p:nvPr/>
        </p:nvSpPr>
        <p:spPr>
          <a:xfrm>
            <a:off x="990600" y="4477793"/>
            <a:ext cx="10591800" cy="461665"/>
          </a:xfrm>
          <a:prstGeom prst="rect">
            <a:avLst/>
          </a:prstGeom>
          <a:noFill/>
        </p:spPr>
        <p:txBody>
          <a:bodyPr wrap="square" rtlCol="0">
            <a:spAutoFit/>
          </a:bodyPr>
          <a:lstStyle/>
          <a:p>
            <a:pPr marL="342900" indent="-342900">
              <a:buFont typeface="Wingdings" panose="05000000000000000000" pitchFamily="2" charset="2"/>
              <a:buChar char="q"/>
            </a:pPr>
            <a:r>
              <a:rPr lang="en-US" sz="2400" dirty="0">
                <a:highlight>
                  <a:srgbClr val="FFFF00"/>
                </a:highlight>
              </a:rPr>
              <a:t>Ethernet frame</a:t>
            </a:r>
            <a:r>
              <a:rPr lang="en-US" sz="2400" dirty="0"/>
              <a:t> is directly passed to socket and further to application. </a:t>
            </a:r>
            <a:endParaRPr lang="en-CA" sz="2400" dirty="0"/>
          </a:p>
        </p:txBody>
      </p:sp>
      <p:sp>
        <p:nvSpPr>
          <p:cNvPr id="17" name="TextBox 16">
            <a:extLst>
              <a:ext uri="{FF2B5EF4-FFF2-40B4-BE49-F238E27FC236}">
                <a16:creationId xmlns:a16="http://schemas.microsoft.com/office/drawing/2014/main" id="{44DF24BB-7D33-407D-98A1-4F4BB4EC1665}"/>
              </a:ext>
            </a:extLst>
          </p:cNvPr>
          <p:cNvSpPr txBox="1"/>
          <p:nvPr/>
        </p:nvSpPr>
        <p:spPr>
          <a:xfrm>
            <a:off x="990600" y="4953000"/>
            <a:ext cx="10591800" cy="461665"/>
          </a:xfrm>
          <a:prstGeom prst="rect">
            <a:avLst/>
          </a:prstGeom>
          <a:noFill/>
        </p:spPr>
        <p:txBody>
          <a:bodyPr wrap="square" rtlCol="0">
            <a:spAutoFit/>
          </a:bodyPr>
          <a:lstStyle/>
          <a:p>
            <a:pPr marL="342900" indent="-342900">
              <a:buFont typeface="Wingdings" panose="05000000000000000000" pitchFamily="2" charset="2"/>
              <a:buChar char="q"/>
            </a:pPr>
            <a:r>
              <a:rPr lang="en-US" sz="2400" dirty="0">
                <a:highlight>
                  <a:srgbClr val="FFFF00"/>
                </a:highlight>
              </a:rPr>
              <a:t>Ethernet frame </a:t>
            </a:r>
            <a:r>
              <a:rPr lang="en-US" sz="2400" dirty="0"/>
              <a:t>include </a:t>
            </a:r>
            <a:r>
              <a:rPr lang="en-US" sz="2400" dirty="0">
                <a:highlight>
                  <a:srgbClr val="FFFF00"/>
                </a:highlight>
              </a:rPr>
              <a:t>Ether header</a:t>
            </a:r>
            <a:r>
              <a:rPr lang="en-US" sz="2400" dirty="0"/>
              <a:t> and the whole </a:t>
            </a:r>
            <a:r>
              <a:rPr lang="en-US" sz="2400" dirty="0">
                <a:highlight>
                  <a:srgbClr val="FFFF00"/>
                </a:highlight>
              </a:rPr>
              <a:t>IP packet</a:t>
            </a:r>
            <a:r>
              <a:rPr lang="en-US" sz="2400" dirty="0"/>
              <a:t>.</a:t>
            </a:r>
            <a:r>
              <a:rPr lang="en-US" sz="2400" dirty="0">
                <a:highlight>
                  <a:srgbClr val="000000"/>
                </a:highlight>
              </a:rPr>
              <a:t> </a:t>
            </a:r>
            <a:endParaRPr lang="en-CA" sz="2400" dirty="0">
              <a:highlight>
                <a:srgbClr val="000000"/>
              </a:highlight>
            </a:endParaRPr>
          </a:p>
        </p:txBody>
      </p:sp>
      <p:sp>
        <p:nvSpPr>
          <p:cNvPr id="11" name="Rectangle 10">
            <a:extLst>
              <a:ext uri="{FF2B5EF4-FFF2-40B4-BE49-F238E27FC236}">
                <a16:creationId xmlns:a16="http://schemas.microsoft.com/office/drawing/2014/main" id="{0B01E2AD-01A6-46EE-AF23-65A784F966B4}"/>
              </a:ext>
            </a:extLst>
          </p:cNvPr>
          <p:cNvSpPr/>
          <p:nvPr/>
        </p:nvSpPr>
        <p:spPr>
          <a:xfrm>
            <a:off x="5562600" y="3048000"/>
            <a:ext cx="1894116"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highlight>
                  <a:srgbClr val="FFFF00"/>
                </a:highlight>
              </a:rPr>
              <a:t>Ethernet Frame</a:t>
            </a:r>
            <a:endParaRPr lang="en-CA" dirty="0">
              <a:solidFill>
                <a:schemeClr val="tx1"/>
              </a:solidFill>
              <a:highlight>
                <a:srgbClr val="FFFF00"/>
              </a:highlight>
            </a:endParaRPr>
          </a:p>
        </p:txBody>
      </p:sp>
      <p:sp>
        <p:nvSpPr>
          <p:cNvPr id="3" name="TextBox 2">
            <a:extLst>
              <a:ext uri="{FF2B5EF4-FFF2-40B4-BE49-F238E27FC236}">
                <a16:creationId xmlns:a16="http://schemas.microsoft.com/office/drawing/2014/main" id="{0A311582-0505-4CD8-9CF4-8FE8C5A5896C}"/>
              </a:ext>
            </a:extLst>
          </p:cNvPr>
          <p:cNvSpPr txBox="1"/>
          <p:nvPr/>
        </p:nvSpPr>
        <p:spPr>
          <a:xfrm>
            <a:off x="381000" y="4038600"/>
            <a:ext cx="1828800" cy="523220"/>
          </a:xfrm>
          <a:prstGeom prst="rect">
            <a:avLst/>
          </a:prstGeom>
          <a:noFill/>
        </p:spPr>
        <p:txBody>
          <a:bodyPr wrap="square" rtlCol="0">
            <a:spAutoFit/>
          </a:bodyPr>
          <a:lstStyle/>
          <a:p>
            <a:r>
              <a:rPr lang="en-US" sz="2800" dirty="0"/>
              <a:t>Raw Socket</a:t>
            </a:r>
            <a:endParaRPr lang="en-CA" sz="2800" dirty="0"/>
          </a:p>
        </p:txBody>
      </p:sp>
      <p:sp>
        <p:nvSpPr>
          <p:cNvPr id="8" name="Rectangle 7">
            <a:extLst>
              <a:ext uri="{FF2B5EF4-FFF2-40B4-BE49-F238E27FC236}">
                <a16:creationId xmlns:a16="http://schemas.microsoft.com/office/drawing/2014/main" id="{EB36261A-B2C2-4509-B5B6-7750D23955B5}"/>
              </a:ext>
            </a:extLst>
          </p:cNvPr>
          <p:cNvSpPr/>
          <p:nvPr/>
        </p:nvSpPr>
        <p:spPr>
          <a:xfrm>
            <a:off x="1447800" y="5943600"/>
            <a:ext cx="8686800" cy="76199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cxnSp>
        <p:nvCxnSpPr>
          <p:cNvPr id="9" name="Straight Connector 8">
            <a:extLst>
              <a:ext uri="{FF2B5EF4-FFF2-40B4-BE49-F238E27FC236}">
                <a16:creationId xmlns:a16="http://schemas.microsoft.com/office/drawing/2014/main" id="{39CE734D-8218-42DE-8D42-03AB7601BBC0}"/>
              </a:ext>
            </a:extLst>
          </p:cNvPr>
          <p:cNvCxnSpPr>
            <a:cxnSpLocks/>
          </p:cNvCxnSpPr>
          <p:nvPr/>
        </p:nvCxnSpPr>
        <p:spPr>
          <a:xfrm>
            <a:off x="3200400" y="5943600"/>
            <a:ext cx="0" cy="761999"/>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2DE5B73-7778-499E-AA58-A6CDD859AD69}"/>
              </a:ext>
            </a:extLst>
          </p:cNvPr>
          <p:cNvSpPr txBox="1"/>
          <p:nvPr/>
        </p:nvSpPr>
        <p:spPr>
          <a:xfrm>
            <a:off x="1600204" y="6096000"/>
            <a:ext cx="1600196" cy="369332"/>
          </a:xfrm>
          <a:prstGeom prst="rect">
            <a:avLst/>
          </a:prstGeom>
          <a:noFill/>
        </p:spPr>
        <p:txBody>
          <a:bodyPr wrap="square" rtlCol="0">
            <a:spAutoFit/>
          </a:bodyPr>
          <a:lstStyle/>
          <a:p>
            <a:r>
              <a:rPr lang="en-US" dirty="0"/>
              <a:t>Ether header</a:t>
            </a:r>
            <a:endParaRPr lang="en-CA" dirty="0"/>
          </a:p>
        </p:txBody>
      </p:sp>
      <p:sp>
        <p:nvSpPr>
          <p:cNvPr id="12" name="TextBox 11">
            <a:extLst>
              <a:ext uri="{FF2B5EF4-FFF2-40B4-BE49-F238E27FC236}">
                <a16:creationId xmlns:a16="http://schemas.microsoft.com/office/drawing/2014/main" id="{35CCE6A7-AB59-4344-92DC-0FC4A7B23717}"/>
              </a:ext>
            </a:extLst>
          </p:cNvPr>
          <p:cNvSpPr txBox="1"/>
          <p:nvPr/>
        </p:nvSpPr>
        <p:spPr>
          <a:xfrm>
            <a:off x="3429003" y="6096000"/>
            <a:ext cx="1600196" cy="369332"/>
          </a:xfrm>
          <a:prstGeom prst="rect">
            <a:avLst/>
          </a:prstGeom>
          <a:noFill/>
        </p:spPr>
        <p:txBody>
          <a:bodyPr wrap="square" rtlCol="0">
            <a:spAutoFit/>
          </a:bodyPr>
          <a:lstStyle/>
          <a:p>
            <a:r>
              <a:rPr lang="en-US" dirty="0"/>
              <a:t>IP header</a:t>
            </a:r>
            <a:endParaRPr lang="en-CA" dirty="0"/>
          </a:p>
        </p:txBody>
      </p:sp>
      <p:sp>
        <p:nvSpPr>
          <p:cNvPr id="13" name="TextBox 12">
            <a:extLst>
              <a:ext uri="{FF2B5EF4-FFF2-40B4-BE49-F238E27FC236}">
                <a16:creationId xmlns:a16="http://schemas.microsoft.com/office/drawing/2014/main" id="{EEAAD2E2-5945-43EC-B4EF-76E5BFD0859D}"/>
              </a:ext>
            </a:extLst>
          </p:cNvPr>
          <p:cNvSpPr txBox="1"/>
          <p:nvPr/>
        </p:nvSpPr>
        <p:spPr>
          <a:xfrm>
            <a:off x="4876804" y="6096000"/>
            <a:ext cx="1600196" cy="369332"/>
          </a:xfrm>
          <a:prstGeom prst="rect">
            <a:avLst/>
          </a:prstGeom>
          <a:noFill/>
        </p:spPr>
        <p:txBody>
          <a:bodyPr wrap="square" rtlCol="0">
            <a:spAutoFit/>
          </a:bodyPr>
          <a:lstStyle/>
          <a:p>
            <a:r>
              <a:rPr lang="en-US" dirty="0"/>
              <a:t>UDP header</a:t>
            </a:r>
            <a:endParaRPr lang="en-CA" dirty="0"/>
          </a:p>
        </p:txBody>
      </p:sp>
      <p:sp>
        <p:nvSpPr>
          <p:cNvPr id="14" name="TextBox 13">
            <a:extLst>
              <a:ext uri="{FF2B5EF4-FFF2-40B4-BE49-F238E27FC236}">
                <a16:creationId xmlns:a16="http://schemas.microsoft.com/office/drawing/2014/main" id="{C8D2F5FE-C77E-4975-96E3-842122AFFDB6}"/>
              </a:ext>
            </a:extLst>
          </p:cNvPr>
          <p:cNvSpPr txBox="1"/>
          <p:nvPr/>
        </p:nvSpPr>
        <p:spPr>
          <a:xfrm>
            <a:off x="6934203" y="6096000"/>
            <a:ext cx="2133587" cy="369332"/>
          </a:xfrm>
          <a:prstGeom prst="rect">
            <a:avLst/>
          </a:prstGeom>
          <a:noFill/>
        </p:spPr>
        <p:txBody>
          <a:bodyPr wrap="square" rtlCol="0">
            <a:spAutoFit/>
          </a:bodyPr>
          <a:lstStyle/>
          <a:p>
            <a:r>
              <a:rPr lang="en-US" dirty="0"/>
              <a:t>Application Data</a:t>
            </a:r>
            <a:endParaRPr lang="en-CA" dirty="0"/>
          </a:p>
        </p:txBody>
      </p:sp>
      <p:cxnSp>
        <p:nvCxnSpPr>
          <p:cNvPr id="15" name="Straight Connector 14">
            <a:extLst>
              <a:ext uri="{FF2B5EF4-FFF2-40B4-BE49-F238E27FC236}">
                <a16:creationId xmlns:a16="http://schemas.microsoft.com/office/drawing/2014/main" id="{7072E5E7-054A-490E-A909-B1B3C345B2C0}"/>
              </a:ext>
            </a:extLst>
          </p:cNvPr>
          <p:cNvCxnSpPr/>
          <p:nvPr/>
        </p:nvCxnSpPr>
        <p:spPr>
          <a:xfrm>
            <a:off x="4800600" y="5943600"/>
            <a:ext cx="0" cy="761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7E9244-3A0D-41D6-8A33-6405B98E890D}"/>
              </a:ext>
            </a:extLst>
          </p:cNvPr>
          <p:cNvCxnSpPr/>
          <p:nvPr/>
        </p:nvCxnSpPr>
        <p:spPr>
          <a:xfrm>
            <a:off x="6477000" y="5943600"/>
            <a:ext cx="0" cy="8382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0863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Using </a:t>
            </a:r>
            <a:r>
              <a:rPr lang="en-US" dirty="0" err="1"/>
              <a:t>Scapy</a:t>
            </a:r>
            <a:r>
              <a:rPr lang="en-US" dirty="0"/>
              <a:t> for sniff and spoof</a:t>
            </a:r>
          </a:p>
        </p:txBody>
      </p:sp>
      <p:sp>
        <p:nvSpPr>
          <p:cNvPr id="3" name="TextBox 2"/>
          <p:cNvSpPr txBox="1"/>
          <p:nvPr/>
        </p:nvSpPr>
        <p:spPr>
          <a:xfrm>
            <a:off x="1219200" y="2057400"/>
            <a:ext cx="10972800" cy="461665"/>
          </a:xfrm>
          <a:prstGeom prst="rect">
            <a:avLst/>
          </a:prstGeom>
          <a:noFill/>
        </p:spPr>
        <p:txBody>
          <a:bodyPr wrap="square" rtlCol="0">
            <a:spAutoFit/>
          </a:bodyPr>
          <a:lstStyle/>
          <a:p>
            <a:pPr marL="285750" indent="-285750">
              <a:buFont typeface="Arial" panose="020B0604020202020204" pitchFamily="34" charset="0"/>
              <a:buChar char="•"/>
            </a:pPr>
            <a:r>
              <a:rPr lang="en-CA" sz="2400" dirty="0"/>
              <a:t>VM in </a:t>
            </a:r>
            <a:r>
              <a:rPr lang="en-CA" sz="2400" dirty="0" err="1"/>
              <a:t>seedlab</a:t>
            </a:r>
            <a:r>
              <a:rPr lang="en-CA" sz="2400" dirty="0"/>
              <a:t> has </a:t>
            </a:r>
            <a:r>
              <a:rPr lang="en-CA" sz="2400" dirty="0" err="1"/>
              <a:t>aready</a:t>
            </a:r>
            <a:r>
              <a:rPr lang="en-CA" sz="2400" dirty="0"/>
              <a:t> installed </a:t>
            </a:r>
            <a:r>
              <a:rPr lang="en-CA" sz="2400" dirty="0" err="1"/>
              <a:t>scapy</a:t>
            </a:r>
            <a:r>
              <a:rPr lang="en-CA" sz="2400" dirty="0"/>
              <a:t> </a:t>
            </a:r>
          </a:p>
        </p:txBody>
      </p:sp>
      <p:sp>
        <p:nvSpPr>
          <p:cNvPr id="4" name="TextBox 3"/>
          <p:cNvSpPr txBox="1"/>
          <p:nvPr/>
        </p:nvSpPr>
        <p:spPr>
          <a:xfrm>
            <a:off x="1219200" y="2639168"/>
            <a:ext cx="10972800" cy="1200329"/>
          </a:xfrm>
          <a:prstGeom prst="rect">
            <a:avLst/>
          </a:prstGeom>
          <a:noFill/>
        </p:spPr>
        <p:txBody>
          <a:bodyPr wrap="square" rtlCol="0">
            <a:spAutoFit/>
          </a:bodyPr>
          <a:lstStyle/>
          <a:p>
            <a:pPr marL="285750" indent="-285750">
              <a:buFont typeface="Arial" panose="020B0604020202020204" pitchFamily="34" charset="0"/>
              <a:buChar char="•"/>
            </a:pPr>
            <a:r>
              <a:rPr lang="en-CA" sz="2400" dirty="0"/>
              <a:t>Use </a:t>
            </a:r>
            <a:r>
              <a:rPr lang="en-CA" sz="2400" dirty="0" err="1"/>
              <a:t>scapy</a:t>
            </a:r>
            <a:r>
              <a:rPr lang="en-CA" sz="2400" dirty="0"/>
              <a:t> in python program by adding one line:</a:t>
            </a:r>
          </a:p>
          <a:p>
            <a:pPr algn="ctr"/>
            <a:r>
              <a:rPr lang="en-CA" sz="2400" dirty="0"/>
              <a:t>   </a:t>
            </a:r>
            <a:r>
              <a:rPr lang="en-CA" sz="2400" b="1" dirty="0"/>
              <a:t>from </a:t>
            </a:r>
            <a:r>
              <a:rPr lang="en-CA" sz="2400" b="1" dirty="0" err="1"/>
              <a:t>scapy.all</a:t>
            </a:r>
            <a:r>
              <a:rPr lang="en-CA" sz="2400" b="1" dirty="0"/>
              <a:t> import *</a:t>
            </a:r>
          </a:p>
          <a:p>
            <a:pPr marL="342900" indent="-342900">
              <a:buFont typeface="Arial" panose="020B0604020202020204" pitchFamily="34" charset="0"/>
              <a:buChar char="•"/>
            </a:pPr>
            <a:r>
              <a:rPr lang="en-CA" sz="2400" dirty="0"/>
              <a:t> </a:t>
            </a:r>
            <a:r>
              <a:rPr lang="en-CA" sz="2400" dirty="0" err="1"/>
              <a:t>Scapy</a:t>
            </a:r>
            <a:r>
              <a:rPr lang="en-CA" sz="2400" dirty="0"/>
              <a:t> is written based on raw socket     </a:t>
            </a:r>
          </a:p>
        </p:txBody>
      </p:sp>
    </p:spTree>
    <p:extLst>
      <p:ext uri="{BB962C8B-B14F-4D97-AF65-F5344CB8AC3E}">
        <p14:creationId xmlns:p14="http://schemas.microsoft.com/office/powerpoint/2010/main" val="3013270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Construct Packet</a:t>
            </a:r>
          </a:p>
        </p:txBody>
      </p:sp>
      <p:sp>
        <p:nvSpPr>
          <p:cNvPr id="4" name="Content Placeholder 2">
            <a:extLst>
              <a:ext uri="{FF2B5EF4-FFF2-40B4-BE49-F238E27FC236}">
                <a16:creationId xmlns:a16="http://schemas.microsoft.com/office/drawing/2014/main" id="{514D3690-D7A2-48A0-BF59-75520545D1F0}"/>
              </a:ext>
            </a:extLst>
          </p:cNvPr>
          <p:cNvSpPr>
            <a:spLocks noGrp="1"/>
          </p:cNvSpPr>
          <p:nvPr>
            <p:ph idx="1"/>
          </p:nvPr>
        </p:nvSpPr>
        <p:spPr>
          <a:xfrm>
            <a:off x="609600" y="1600201"/>
            <a:ext cx="10972800" cy="4952999"/>
          </a:xfrm>
          <a:noFill/>
          <a:ln>
            <a:solidFill>
              <a:schemeClr val="accent1"/>
            </a:solidFill>
          </a:ln>
        </p:spPr>
        <p:txBody>
          <a:bodyPr>
            <a:normAutofit fontScale="92500" lnSpcReduction="20000"/>
          </a:bodyPr>
          <a:lstStyle/>
          <a:p>
            <a:r>
              <a:rPr lang="en-CA" sz="2800" dirty="0"/>
              <a:t>Construct IP header:   </a:t>
            </a:r>
          </a:p>
          <a:p>
            <a:pPr marL="857250" lvl="1" indent="-457200"/>
            <a:r>
              <a:rPr lang="en-CA" dirty="0"/>
              <a:t>check IP fields:   </a:t>
            </a:r>
            <a:r>
              <a:rPr lang="en-CA" dirty="0">
                <a:highlight>
                  <a:srgbClr val="FFFF00"/>
                </a:highlight>
              </a:rPr>
              <a:t>ls(IP())</a:t>
            </a:r>
          </a:p>
          <a:p>
            <a:pPr lvl="2" indent="-342900"/>
            <a:r>
              <a:rPr lang="en-CA" dirty="0"/>
              <a:t>You will see many fields such as </a:t>
            </a:r>
            <a:r>
              <a:rPr lang="en-CA" dirty="0" err="1"/>
              <a:t>src</a:t>
            </a:r>
            <a:r>
              <a:rPr lang="en-CA" dirty="0"/>
              <a:t>, </a:t>
            </a:r>
            <a:r>
              <a:rPr lang="en-CA" dirty="0" err="1"/>
              <a:t>dst</a:t>
            </a:r>
            <a:r>
              <a:rPr lang="en-CA" dirty="0"/>
              <a:t>, </a:t>
            </a:r>
            <a:r>
              <a:rPr lang="en-CA" dirty="0" err="1"/>
              <a:t>ttl</a:t>
            </a:r>
            <a:r>
              <a:rPr lang="en-CA" dirty="0"/>
              <a:t>, id … any field in the </a:t>
            </a:r>
            <a:r>
              <a:rPr lang="en-CA" dirty="0" err="1"/>
              <a:t>ip</a:t>
            </a:r>
            <a:r>
              <a:rPr lang="en-CA" dirty="0"/>
              <a:t> header. </a:t>
            </a:r>
          </a:p>
          <a:p>
            <a:pPr lvl="2" indent="-342900"/>
            <a:r>
              <a:rPr lang="en-CA" dirty="0"/>
              <a:t>Define IP header using keys in IP fields:   </a:t>
            </a:r>
            <a:r>
              <a:rPr lang="en-CA" dirty="0" err="1">
                <a:highlight>
                  <a:srgbClr val="FFFF00"/>
                </a:highlight>
              </a:rPr>
              <a:t>myip</a:t>
            </a:r>
            <a:r>
              <a:rPr lang="en-CA" dirty="0">
                <a:highlight>
                  <a:srgbClr val="FFFF00"/>
                </a:highlight>
              </a:rPr>
              <a:t>=IP(</a:t>
            </a:r>
            <a:r>
              <a:rPr lang="en-CA" dirty="0" err="1">
                <a:highlight>
                  <a:srgbClr val="FFFF00"/>
                </a:highlight>
              </a:rPr>
              <a:t>src</a:t>
            </a:r>
            <a:r>
              <a:rPr lang="en-CA" dirty="0">
                <a:highlight>
                  <a:srgbClr val="FFFF00"/>
                </a:highlight>
              </a:rPr>
              <a:t>=“10.0.2.15”)</a:t>
            </a:r>
            <a:r>
              <a:rPr lang="en-CA" dirty="0"/>
              <a:t>  </a:t>
            </a:r>
          </a:p>
          <a:p>
            <a:r>
              <a:rPr lang="en-CA" sz="2800" dirty="0"/>
              <a:t>Construct ICMP packet: </a:t>
            </a:r>
          </a:p>
          <a:p>
            <a:pPr lvl="1"/>
            <a:r>
              <a:rPr lang="en-CA" dirty="0"/>
              <a:t>  check ICMP fields: </a:t>
            </a:r>
            <a:r>
              <a:rPr lang="en-CA" dirty="0">
                <a:highlight>
                  <a:srgbClr val="FFFF00"/>
                </a:highlight>
              </a:rPr>
              <a:t>ls(ICMP())</a:t>
            </a:r>
          </a:p>
          <a:p>
            <a:pPr lvl="2"/>
            <a:r>
              <a:rPr lang="en-CA" dirty="0"/>
              <a:t>Similar to IP(), you will see many fields for ICMP() packet.   </a:t>
            </a:r>
          </a:p>
          <a:p>
            <a:pPr lvl="2"/>
            <a:r>
              <a:rPr lang="en-CA" dirty="0"/>
              <a:t>By default, ICMP() is an echo request packet:  type=8. </a:t>
            </a:r>
          </a:p>
          <a:p>
            <a:pPr lvl="1"/>
            <a:r>
              <a:rPr lang="en-CA" dirty="0"/>
              <a:t>define ICMP header:	</a:t>
            </a:r>
            <a:r>
              <a:rPr lang="en-CA" dirty="0" err="1">
                <a:highlight>
                  <a:srgbClr val="FFFF00"/>
                </a:highlight>
              </a:rPr>
              <a:t>myicmp</a:t>
            </a:r>
            <a:r>
              <a:rPr lang="en-CA" dirty="0">
                <a:highlight>
                  <a:srgbClr val="FFFF00"/>
                </a:highlight>
              </a:rPr>
              <a:t>=ICMP(id=0x76)</a:t>
            </a:r>
            <a:r>
              <a:rPr lang="en-CA" dirty="0"/>
              <a:t>   </a:t>
            </a:r>
          </a:p>
          <a:p>
            <a:r>
              <a:rPr lang="en-CA" sz="2800" dirty="0"/>
              <a:t>Construct UDP packet is similar: you can specify sport, </a:t>
            </a:r>
            <a:r>
              <a:rPr lang="en-CA" sz="2800" dirty="0" err="1"/>
              <a:t>dport</a:t>
            </a:r>
            <a:r>
              <a:rPr lang="en-CA" sz="2800" dirty="0"/>
              <a:t>.  </a:t>
            </a:r>
          </a:p>
          <a:p>
            <a:r>
              <a:rPr lang="en-CA" sz="2800" dirty="0"/>
              <a:t>Form IP packet with </a:t>
            </a:r>
            <a:r>
              <a:rPr lang="en-CA" sz="2800" dirty="0" err="1"/>
              <a:t>myicmp</a:t>
            </a:r>
            <a:r>
              <a:rPr lang="en-CA" sz="2800" dirty="0"/>
              <a:t> as the payload, using operator /</a:t>
            </a:r>
          </a:p>
          <a:p>
            <a:pPr lvl="2"/>
            <a:r>
              <a:rPr lang="en-CA" sz="2800" dirty="0"/>
              <a:t> </a:t>
            </a:r>
            <a:r>
              <a:rPr lang="en-CA" sz="2800" dirty="0">
                <a:highlight>
                  <a:srgbClr val="FFFF00"/>
                </a:highlight>
              </a:rPr>
              <a:t>pkt=</a:t>
            </a:r>
            <a:r>
              <a:rPr lang="en-CA" sz="2800" dirty="0" err="1">
                <a:highlight>
                  <a:srgbClr val="FFFF00"/>
                </a:highlight>
              </a:rPr>
              <a:t>myip</a:t>
            </a:r>
            <a:r>
              <a:rPr lang="en-CA" sz="2800" dirty="0">
                <a:highlight>
                  <a:srgbClr val="FFFF00"/>
                </a:highlight>
              </a:rPr>
              <a:t>/</a:t>
            </a:r>
            <a:r>
              <a:rPr lang="en-CA" sz="2800" dirty="0" err="1">
                <a:highlight>
                  <a:srgbClr val="FFFF00"/>
                </a:highlight>
              </a:rPr>
              <a:t>myicmp</a:t>
            </a:r>
            <a:r>
              <a:rPr lang="en-CA" sz="2800" dirty="0"/>
              <a:t> </a:t>
            </a:r>
          </a:p>
          <a:p>
            <a:endParaRPr lang="en-CA" dirty="0"/>
          </a:p>
        </p:txBody>
      </p:sp>
    </p:spTree>
    <p:extLst>
      <p:ext uri="{BB962C8B-B14F-4D97-AF65-F5344CB8AC3E}">
        <p14:creationId xmlns:p14="http://schemas.microsoft.com/office/powerpoint/2010/main" val="2879684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Display the packet content</a:t>
            </a:r>
          </a:p>
        </p:txBody>
      </p:sp>
      <p:sp>
        <p:nvSpPr>
          <p:cNvPr id="6" name="Content Placeholder 2">
            <a:extLst>
              <a:ext uri="{FF2B5EF4-FFF2-40B4-BE49-F238E27FC236}">
                <a16:creationId xmlns:a16="http://schemas.microsoft.com/office/drawing/2014/main" id="{69F424DB-0671-42C8-B2B9-57068256550D}"/>
              </a:ext>
            </a:extLst>
          </p:cNvPr>
          <p:cNvSpPr txBox="1">
            <a:spLocks/>
          </p:cNvSpPr>
          <p:nvPr/>
        </p:nvSpPr>
        <p:spPr>
          <a:xfrm>
            <a:off x="609600" y="1905000"/>
            <a:ext cx="10972800" cy="3429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Check packet content: </a:t>
            </a:r>
          </a:p>
          <a:p>
            <a:pPr lvl="1"/>
            <a:r>
              <a:rPr lang="en-US" sz="2400" dirty="0" err="1">
                <a:highlight>
                  <a:srgbClr val="FFFF00"/>
                </a:highlight>
              </a:rPr>
              <a:t>pkt.show</a:t>
            </a:r>
            <a:r>
              <a:rPr lang="en-US" sz="2400" dirty="0">
                <a:highlight>
                  <a:srgbClr val="FFFF00"/>
                </a:highlight>
              </a:rPr>
              <a:t>()</a:t>
            </a:r>
            <a:r>
              <a:rPr lang="en-US" sz="2400" dirty="0"/>
              <a:t>       # show packet without system supplied </a:t>
            </a:r>
            <a:r>
              <a:rPr lang="en-US" sz="2400" dirty="0" err="1"/>
              <a:t>fileds</a:t>
            </a:r>
            <a:r>
              <a:rPr lang="en-US" sz="2400" dirty="0"/>
              <a:t> (i.e., checksum)</a:t>
            </a:r>
          </a:p>
          <a:p>
            <a:pPr lvl="1"/>
            <a:r>
              <a:rPr lang="en-US" sz="2400" dirty="0">
                <a:highlight>
                  <a:srgbClr val="FFFF00"/>
                </a:highlight>
              </a:rPr>
              <a:t>pkt.show2()</a:t>
            </a:r>
            <a:r>
              <a:rPr lang="en-US" sz="2400" dirty="0"/>
              <a:t>     # full details of packet. We </a:t>
            </a:r>
            <a:r>
              <a:rPr lang="en-US" sz="2400" b="1" dirty="0"/>
              <a:t>usually</a:t>
            </a:r>
            <a:r>
              <a:rPr lang="en-US" sz="2400" dirty="0"/>
              <a:t> use this.  </a:t>
            </a:r>
          </a:p>
          <a:p>
            <a:pPr lvl="1"/>
            <a:r>
              <a:rPr lang="en-US" sz="2400" dirty="0">
                <a:highlight>
                  <a:srgbClr val="FFFF00"/>
                </a:highlight>
              </a:rPr>
              <a:t>pkt. summary()</a:t>
            </a:r>
            <a:r>
              <a:rPr lang="en-US" sz="2400" dirty="0"/>
              <a:t>         # show the summary of the packet. </a:t>
            </a:r>
            <a:endParaRPr lang="en-CA" sz="2400" dirty="0"/>
          </a:p>
        </p:txBody>
      </p:sp>
    </p:spTree>
    <p:extLst>
      <p:ext uri="{BB962C8B-B14F-4D97-AF65-F5344CB8AC3E}">
        <p14:creationId xmlns:p14="http://schemas.microsoft.com/office/powerpoint/2010/main" val="613817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Packing Sniffing Using </a:t>
            </a:r>
            <a:r>
              <a:rPr lang="en-US" dirty="0" err="1"/>
              <a:t>Scapy</a:t>
            </a:r>
            <a:endParaRPr lang="en-US" dirty="0"/>
          </a:p>
        </p:txBody>
      </p:sp>
      <p:sp>
        <p:nvSpPr>
          <p:cNvPr id="3" name="TextBox 2"/>
          <p:cNvSpPr txBox="1"/>
          <p:nvPr/>
        </p:nvSpPr>
        <p:spPr>
          <a:xfrm>
            <a:off x="5029200" y="1459468"/>
            <a:ext cx="2133600" cy="369332"/>
          </a:xfrm>
          <a:prstGeom prst="rect">
            <a:avLst/>
          </a:prstGeom>
          <a:noFill/>
        </p:spPr>
        <p:txBody>
          <a:bodyPr wrap="square" rtlCol="0">
            <a:spAutoFit/>
          </a:bodyPr>
          <a:lstStyle/>
          <a:p>
            <a:r>
              <a:rPr lang="en-CA" dirty="0"/>
              <a:t>sniff.py</a:t>
            </a:r>
          </a:p>
        </p:txBody>
      </p:sp>
      <p:pic>
        <p:nvPicPr>
          <p:cNvPr id="4" name="Picture 3"/>
          <p:cNvPicPr>
            <a:picLocks noChangeAspect="1"/>
          </p:cNvPicPr>
          <p:nvPr/>
        </p:nvPicPr>
        <p:blipFill>
          <a:blip r:embed="rId3"/>
          <a:stretch>
            <a:fillRect/>
          </a:stretch>
        </p:blipFill>
        <p:spPr>
          <a:xfrm>
            <a:off x="624348" y="1981200"/>
            <a:ext cx="11287125" cy="3905250"/>
          </a:xfrm>
          <a:prstGeom prst="rect">
            <a:avLst/>
          </a:prstGeom>
        </p:spPr>
      </p:pic>
    </p:spTree>
    <p:extLst>
      <p:ext uri="{BB962C8B-B14F-4D97-AF65-F5344CB8AC3E}">
        <p14:creationId xmlns:p14="http://schemas.microsoft.com/office/powerpoint/2010/main" val="3845450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sniff() arguments </a:t>
            </a:r>
          </a:p>
        </p:txBody>
      </p:sp>
      <p:sp>
        <p:nvSpPr>
          <p:cNvPr id="4" name="Content Placeholder 2">
            <a:extLst>
              <a:ext uri="{FF2B5EF4-FFF2-40B4-BE49-F238E27FC236}">
                <a16:creationId xmlns:a16="http://schemas.microsoft.com/office/drawing/2014/main" id="{514D3690-D7A2-48A0-BF59-75520545D1F0}"/>
              </a:ext>
            </a:extLst>
          </p:cNvPr>
          <p:cNvSpPr>
            <a:spLocks noGrp="1"/>
          </p:cNvSpPr>
          <p:nvPr>
            <p:ph idx="1"/>
          </p:nvPr>
        </p:nvSpPr>
        <p:spPr>
          <a:xfrm>
            <a:off x="609600" y="1600201"/>
            <a:ext cx="10972800" cy="4983161"/>
          </a:xfrm>
        </p:spPr>
        <p:txBody>
          <a:bodyPr>
            <a:normAutofit/>
          </a:bodyPr>
          <a:lstStyle/>
          <a:p>
            <a:r>
              <a:rPr lang="en-US" sz="2800" dirty="0">
                <a:highlight>
                  <a:srgbClr val="FFFF00"/>
                </a:highlight>
              </a:rPr>
              <a:t>count</a:t>
            </a:r>
            <a:r>
              <a:rPr lang="en-US" sz="2800" dirty="0"/>
              <a:t>: 	Number of packets to capture. 0 means infinity.</a:t>
            </a:r>
          </a:p>
          <a:p>
            <a:r>
              <a:rPr lang="en-US" sz="2800" dirty="0" err="1">
                <a:highlight>
                  <a:srgbClr val="FFFF00"/>
                </a:highlight>
              </a:rPr>
              <a:t>iface</a:t>
            </a:r>
            <a:r>
              <a:rPr lang="en-US" sz="2800" dirty="0"/>
              <a:t>: 	Sniff only on the provided interface.</a:t>
            </a:r>
          </a:p>
          <a:p>
            <a:r>
              <a:rPr lang="en-US" sz="2800" dirty="0">
                <a:highlight>
                  <a:srgbClr val="FFFF00"/>
                </a:highlight>
              </a:rPr>
              <a:t>prn</a:t>
            </a:r>
            <a:r>
              <a:rPr lang="en-US" sz="2800" dirty="0"/>
              <a:t>: 	callback function on each packet. </a:t>
            </a:r>
          </a:p>
          <a:p>
            <a:pPr marL="0" indent="0">
              <a:buNone/>
            </a:pPr>
            <a:r>
              <a:rPr lang="en-US" sz="2800" dirty="0"/>
              <a:t>    		E.g.,  prn = lambda x:  </a:t>
            </a:r>
            <a:r>
              <a:rPr lang="en-CA" sz="2800" dirty="0" err="1"/>
              <a:t>x.summary</a:t>
            </a:r>
            <a:r>
              <a:rPr lang="en-CA" sz="2800" dirty="0"/>
              <a:t>().</a:t>
            </a:r>
            <a:endParaRPr lang="en-US" sz="2800" dirty="0"/>
          </a:p>
          <a:p>
            <a:r>
              <a:rPr lang="en-US" sz="2800" dirty="0">
                <a:highlight>
                  <a:srgbClr val="FFFF00"/>
                </a:highlight>
              </a:rPr>
              <a:t>timeout</a:t>
            </a:r>
            <a:r>
              <a:rPr lang="en-US" sz="2800" dirty="0"/>
              <a:t>: Stop sniffing after a given time in seconds (default: None).</a:t>
            </a:r>
          </a:p>
          <a:p>
            <a:r>
              <a:rPr lang="en-US" sz="2800" dirty="0">
                <a:highlight>
                  <a:srgbClr val="FFFF00"/>
                </a:highlight>
              </a:rPr>
              <a:t>filter</a:t>
            </a:r>
            <a:r>
              <a:rPr lang="en-US" sz="2800" dirty="0"/>
              <a:t>:  	</a:t>
            </a:r>
            <a:r>
              <a:rPr lang="en-CA" sz="2800" dirty="0"/>
              <a:t>BPF filter</a:t>
            </a:r>
          </a:p>
          <a:p>
            <a:endParaRPr lang="en-CA" dirty="0"/>
          </a:p>
          <a:p>
            <a:pPr marL="0" indent="0">
              <a:buNone/>
            </a:pPr>
            <a:r>
              <a:rPr lang="en-US" sz="2800" dirty="0"/>
              <a:t>Ex.   pkt=sniff(count=5, </a:t>
            </a:r>
            <a:r>
              <a:rPr lang="en-US" sz="2800" dirty="0" err="1"/>
              <a:t>iface</a:t>
            </a:r>
            <a:r>
              <a:rPr lang="en-US" sz="2800" dirty="0"/>
              <a:t>=“enp0s3”,prn=</a:t>
            </a:r>
            <a:r>
              <a:rPr lang="en-US" sz="2800" dirty="0" err="1"/>
              <a:t>print_pkt</a:t>
            </a:r>
            <a:r>
              <a:rPr lang="en-US" sz="2800" dirty="0"/>
              <a:t>, filter=“</a:t>
            </a:r>
            <a:r>
              <a:rPr lang="en-US" sz="2800" dirty="0" err="1"/>
              <a:t>icmp</a:t>
            </a:r>
            <a:r>
              <a:rPr lang="en-US" sz="2800" dirty="0"/>
              <a:t>”)</a:t>
            </a:r>
            <a:r>
              <a:rPr lang="en-US" dirty="0"/>
              <a:t> </a:t>
            </a:r>
          </a:p>
        </p:txBody>
      </p:sp>
    </p:spTree>
    <p:extLst>
      <p:ext uri="{BB962C8B-B14F-4D97-AF65-F5344CB8AC3E}">
        <p14:creationId xmlns:p14="http://schemas.microsoft.com/office/powerpoint/2010/main" val="4142553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8229600" cy="1143000"/>
          </a:xfrm>
        </p:spPr>
        <p:txBody>
          <a:bodyPr>
            <a:normAutofit/>
          </a:bodyPr>
          <a:lstStyle/>
          <a:p>
            <a:pPr algn="l"/>
            <a:r>
              <a:rPr lang="en-US" dirty="0"/>
              <a:t>Filter expression</a:t>
            </a:r>
          </a:p>
        </p:txBody>
      </p:sp>
      <p:sp>
        <p:nvSpPr>
          <p:cNvPr id="3" name="TextBox 2">
            <a:extLst>
              <a:ext uri="{FF2B5EF4-FFF2-40B4-BE49-F238E27FC236}">
                <a16:creationId xmlns:a16="http://schemas.microsoft.com/office/drawing/2014/main" id="{E1C5E8DA-AFDF-4E8A-83BD-7148CC0EB592}"/>
              </a:ext>
            </a:extLst>
          </p:cNvPr>
          <p:cNvSpPr txBox="1"/>
          <p:nvPr/>
        </p:nvSpPr>
        <p:spPr>
          <a:xfrm>
            <a:off x="762000" y="1668689"/>
            <a:ext cx="11430000" cy="3785652"/>
          </a:xfrm>
          <a:prstGeom prst="rect">
            <a:avLst/>
          </a:prstGeom>
          <a:noFill/>
        </p:spPr>
        <p:txBody>
          <a:bodyPr wrap="square" rtlCol="0">
            <a:spAutoFit/>
          </a:bodyPr>
          <a:lstStyle/>
          <a:p>
            <a:r>
              <a:rPr lang="en-US" sz="2400" dirty="0"/>
              <a:t> </a:t>
            </a:r>
          </a:p>
          <a:p>
            <a:pPr marL="742950" lvl="1" indent="-285750">
              <a:buFont typeface="Arial" panose="020B0604020202020204" pitchFamily="34" charset="0"/>
              <a:buChar char="•"/>
            </a:pPr>
            <a:r>
              <a:rPr lang="en-CA" sz="2400" dirty="0"/>
              <a:t>Use Berkeley Packet Filter (BPF) syntax, specified as follow. </a:t>
            </a:r>
          </a:p>
          <a:p>
            <a:pPr marL="742950" lvl="1" indent="-285750">
              <a:buFont typeface="Arial" panose="020B0604020202020204" pitchFamily="34" charset="0"/>
              <a:buChar char="•"/>
            </a:pPr>
            <a:r>
              <a:rPr lang="en-CA" sz="2400" dirty="0">
                <a:highlight>
                  <a:srgbClr val="FFFF00"/>
                </a:highlight>
              </a:rPr>
              <a:t>type: </a:t>
            </a:r>
            <a:r>
              <a:rPr lang="en-CA" sz="2400" dirty="0"/>
              <a:t> </a:t>
            </a:r>
            <a:r>
              <a:rPr lang="en-CA" sz="2400" dirty="0">
                <a:highlight>
                  <a:srgbClr val="FFFF00"/>
                </a:highlight>
              </a:rPr>
              <a:t>host, net, port, </a:t>
            </a:r>
            <a:r>
              <a:rPr lang="en-CA" sz="2400" dirty="0" err="1">
                <a:highlight>
                  <a:srgbClr val="FFFF00"/>
                </a:highlight>
              </a:rPr>
              <a:t>portrange</a:t>
            </a:r>
            <a:r>
              <a:rPr lang="en-CA" sz="2400" dirty="0"/>
              <a:t>.</a:t>
            </a:r>
            <a:r>
              <a:rPr lang="en-CA" sz="2400" dirty="0">
                <a:highlight>
                  <a:srgbClr val="FFFF00"/>
                </a:highlight>
              </a:rPr>
              <a:t> </a:t>
            </a:r>
          </a:p>
          <a:p>
            <a:pPr marL="742950" lvl="1" indent="-285750">
              <a:buFont typeface="Arial" panose="020B0604020202020204" pitchFamily="34" charset="0"/>
              <a:buChar char="•"/>
            </a:pPr>
            <a:r>
              <a:rPr lang="en-CA" sz="2400" dirty="0">
                <a:highlight>
                  <a:srgbClr val="FFFF00"/>
                </a:highlight>
              </a:rPr>
              <a:t> </a:t>
            </a:r>
            <a:r>
              <a:rPr lang="en-CA" sz="2400" dirty="0" err="1">
                <a:highlight>
                  <a:srgbClr val="FFFF00"/>
                </a:highlight>
              </a:rPr>
              <a:t>dir</a:t>
            </a:r>
            <a:r>
              <a:rPr lang="en-CA" sz="2400" dirty="0">
                <a:highlight>
                  <a:srgbClr val="FFFF00"/>
                </a:highlight>
              </a:rPr>
              <a:t>:  </a:t>
            </a:r>
            <a:r>
              <a:rPr lang="en-CA" sz="2400" dirty="0"/>
              <a:t>transmission direction such as</a:t>
            </a:r>
            <a:r>
              <a:rPr lang="en-CA" sz="2400" dirty="0">
                <a:highlight>
                  <a:srgbClr val="FFFF00"/>
                </a:highlight>
              </a:rPr>
              <a:t> </a:t>
            </a:r>
            <a:r>
              <a:rPr lang="en-CA" sz="2400" dirty="0" err="1">
                <a:highlight>
                  <a:srgbClr val="FFFF00"/>
                </a:highlight>
              </a:rPr>
              <a:t>src</a:t>
            </a:r>
            <a:r>
              <a:rPr lang="en-CA" sz="2400" dirty="0"/>
              <a:t>,</a:t>
            </a:r>
            <a:r>
              <a:rPr lang="en-CA" sz="2400" dirty="0">
                <a:highlight>
                  <a:srgbClr val="FFFF00"/>
                </a:highlight>
              </a:rPr>
              <a:t> </a:t>
            </a:r>
            <a:r>
              <a:rPr lang="en-CA" sz="2400" dirty="0" err="1">
                <a:highlight>
                  <a:srgbClr val="FFFF00"/>
                </a:highlight>
              </a:rPr>
              <a:t>dst</a:t>
            </a:r>
            <a:r>
              <a:rPr lang="en-CA" sz="2400" dirty="0">
                <a:highlight>
                  <a:srgbClr val="FFFF00"/>
                </a:highlight>
              </a:rPr>
              <a:t>. </a:t>
            </a:r>
          </a:p>
          <a:p>
            <a:pPr marL="742950" lvl="1" indent="-285750">
              <a:buFont typeface="Arial" panose="020B0604020202020204" pitchFamily="34" charset="0"/>
              <a:buChar char="•"/>
            </a:pPr>
            <a:r>
              <a:rPr lang="en-CA" sz="2400" dirty="0">
                <a:highlight>
                  <a:srgbClr val="FFFF00"/>
                </a:highlight>
              </a:rPr>
              <a:t>proto:</a:t>
            </a:r>
            <a:r>
              <a:rPr lang="en-CA" sz="2400" dirty="0"/>
              <a:t> protocol such as </a:t>
            </a:r>
            <a:r>
              <a:rPr lang="en-CA" sz="2400" dirty="0">
                <a:highlight>
                  <a:srgbClr val="FFFF00"/>
                </a:highlight>
              </a:rPr>
              <a:t>ether, </a:t>
            </a:r>
            <a:r>
              <a:rPr lang="en-CA" sz="2400" dirty="0" err="1">
                <a:highlight>
                  <a:srgbClr val="FFFF00"/>
                </a:highlight>
              </a:rPr>
              <a:t>ip</a:t>
            </a:r>
            <a:r>
              <a:rPr lang="en-CA" sz="2400" dirty="0">
                <a:highlight>
                  <a:srgbClr val="FFFF00"/>
                </a:highlight>
              </a:rPr>
              <a:t>, ip6, </a:t>
            </a:r>
            <a:r>
              <a:rPr lang="en-CA" sz="2400" dirty="0" err="1">
                <a:highlight>
                  <a:srgbClr val="FFFF00"/>
                </a:highlight>
              </a:rPr>
              <a:t>arp</a:t>
            </a:r>
            <a:r>
              <a:rPr lang="en-CA" sz="2400" dirty="0">
                <a:highlight>
                  <a:srgbClr val="FFFF00"/>
                </a:highlight>
              </a:rPr>
              <a:t>, </a:t>
            </a:r>
            <a:r>
              <a:rPr lang="en-CA" sz="2400" dirty="0" err="1">
                <a:highlight>
                  <a:srgbClr val="FFFF00"/>
                </a:highlight>
              </a:rPr>
              <a:t>tcp</a:t>
            </a:r>
            <a:r>
              <a:rPr lang="en-CA" sz="2400" dirty="0">
                <a:highlight>
                  <a:srgbClr val="FFFF00"/>
                </a:highlight>
              </a:rPr>
              <a:t>, </a:t>
            </a:r>
            <a:r>
              <a:rPr lang="en-CA" sz="2400" dirty="0" err="1">
                <a:highlight>
                  <a:srgbClr val="FFFF00"/>
                </a:highlight>
              </a:rPr>
              <a:t>udp</a:t>
            </a:r>
            <a:r>
              <a:rPr lang="en-CA" sz="2400" dirty="0"/>
              <a:t>. </a:t>
            </a:r>
            <a:endParaRPr lang="en-CA" sz="2400" dirty="0">
              <a:highlight>
                <a:srgbClr val="FFFF00"/>
              </a:highlight>
            </a:endParaRPr>
          </a:p>
          <a:p>
            <a:pPr marL="742950" lvl="1" indent="-285750">
              <a:buFont typeface="Arial" panose="020B0604020202020204" pitchFamily="34" charset="0"/>
              <a:buChar char="•"/>
            </a:pPr>
            <a:r>
              <a:rPr lang="en-CA" sz="2400" dirty="0"/>
              <a:t>Operators are </a:t>
            </a:r>
            <a:r>
              <a:rPr lang="en-CA" sz="2400" dirty="0">
                <a:highlight>
                  <a:srgbClr val="FFFF00"/>
                </a:highlight>
              </a:rPr>
              <a:t>!</a:t>
            </a:r>
            <a:r>
              <a:rPr lang="en-CA" sz="2400" dirty="0"/>
              <a:t>/</a:t>
            </a:r>
            <a:r>
              <a:rPr lang="en-CA" sz="2400" dirty="0">
                <a:highlight>
                  <a:srgbClr val="FFFF00"/>
                </a:highlight>
              </a:rPr>
              <a:t>not</a:t>
            </a:r>
            <a:r>
              <a:rPr lang="en-CA" sz="2400" dirty="0"/>
              <a:t>, </a:t>
            </a:r>
            <a:r>
              <a:rPr lang="en-CA" sz="2400" dirty="0">
                <a:highlight>
                  <a:srgbClr val="FFFF00"/>
                </a:highlight>
              </a:rPr>
              <a:t>&amp;&amp;</a:t>
            </a:r>
            <a:r>
              <a:rPr lang="en-CA" sz="2400" dirty="0"/>
              <a:t>/</a:t>
            </a:r>
            <a:r>
              <a:rPr lang="en-CA" sz="2400" dirty="0">
                <a:highlight>
                  <a:srgbClr val="FFFF00"/>
                </a:highlight>
              </a:rPr>
              <a:t>and</a:t>
            </a:r>
            <a:r>
              <a:rPr lang="en-CA" sz="2400" dirty="0"/>
              <a:t>, </a:t>
            </a:r>
            <a:r>
              <a:rPr lang="en-CA" sz="2400" dirty="0">
                <a:highlight>
                  <a:srgbClr val="FFFF00"/>
                </a:highlight>
              </a:rPr>
              <a:t>II</a:t>
            </a:r>
            <a:r>
              <a:rPr lang="en-CA" sz="2400" dirty="0"/>
              <a:t>/</a:t>
            </a:r>
            <a:r>
              <a:rPr lang="en-CA" sz="2400" dirty="0">
                <a:highlight>
                  <a:srgbClr val="FFFF00"/>
                </a:highlight>
              </a:rPr>
              <a:t>or</a:t>
            </a:r>
            <a:r>
              <a:rPr lang="en-CA" sz="2400" dirty="0"/>
              <a:t>,   </a:t>
            </a:r>
          </a:p>
          <a:p>
            <a:pPr marL="742950" lvl="1" indent="-285750">
              <a:buFont typeface="Arial" panose="020B0604020202020204" pitchFamily="34" charset="0"/>
              <a:buChar char="•"/>
            </a:pPr>
            <a:r>
              <a:rPr lang="en-CA" sz="2400" dirty="0"/>
              <a:t>Example: </a:t>
            </a:r>
          </a:p>
          <a:p>
            <a:pPr lvl="1"/>
            <a:r>
              <a:rPr lang="en-CA" sz="2400" dirty="0"/>
              <a:t>     1. </a:t>
            </a:r>
            <a:r>
              <a:rPr lang="en-CA" sz="2400" dirty="0" err="1"/>
              <a:t>filter_exp</a:t>
            </a:r>
            <a:r>
              <a:rPr lang="en-CA" sz="2400" dirty="0"/>
              <a:t>=“</a:t>
            </a:r>
            <a:r>
              <a:rPr lang="en-CA" sz="2400" dirty="0" err="1"/>
              <a:t>ip</a:t>
            </a:r>
            <a:r>
              <a:rPr lang="en-CA" sz="2400" dirty="0"/>
              <a:t> proto </a:t>
            </a:r>
            <a:r>
              <a:rPr lang="en-CA" sz="2400" dirty="0" err="1"/>
              <a:t>tcp</a:t>
            </a:r>
            <a:r>
              <a:rPr lang="en-CA" sz="2400" dirty="0"/>
              <a:t> &amp;&amp; port 5500”</a:t>
            </a:r>
          </a:p>
          <a:p>
            <a:pPr lvl="1"/>
            <a:r>
              <a:rPr lang="en-CA" sz="2400" dirty="0"/>
              <a:t>     2. </a:t>
            </a:r>
            <a:r>
              <a:rPr lang="en-CA" sz="2400" dirty="0" err="1"/>
              <a:t>filter_exp</a:t>
            </a:r>
            <a:r>
              <a:rPr lang="en-CA" sz="2400" dirty="0"/>
              <a:t>=“host 10.0.2.6 &amp;&amp; port 23”</a:t>
            </a:r>
          </a:p>
          <a:p>
            <a:pPr lvl="1"/>
            <a:r>
              <a:rPr lang="en-CA" sz="2400" dirty="0"/>
              <a:t>     3. </a:t>
            </a:r>
            <a:r>
              <a:rPr lang="en-CA" sz="2400" dirty="0" err="1"/>
              <a:t>filter_exp</a:t>
            </a:r>
            <a:r>
              <a:rPr lang="en-CA" sz="2400" dirty="0"/>
              <a:t>=“</a:t>
            </a:r>
            <a:r>
              <a:rPr lang="en-CA" sz="2400" dirty="0" err="1"/>
              <a:t>portrange</a:t>
            </a:r>
            <a:r>
              <a:rPr lang="en-CA" sz="2400" dirty="0"/>
              <a:t> 6000-6008 or net 10.0.2 or </a:t>
            </a:r>
            <a:r>
              <a:rPr lang="en-CA" sz="2400" dirty="0" err="1"/>
              <a:t>dst</a:t>
            </a:r>
            <a:r>
              <a:rPr lang="en-CA" sz="2400" dirty="0"/>
              <a:t> host 192.168.0.1”</a:t>
            </a:r>
          </a:p>
        </p:txBody>
      </p:sp>
    </p:spTree>
    <p:extLst>
      <p:ext uri="{BB962C8B-B14F-4D97-AF65-F5344CB8AC3E}">
        <p14:creationId xmlns:p14="http://schemas.microsoft.com/office/powerpoint/2010/main" val="3547866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 </a:t>
            </a:r>
            <a:r>
              <a:rPr lang="en-US" dirty="0" err="1"/>
              <a:t>pkts</a:t>
            </a:r>
            <a:r>
              <a:rPr lang="en-US" dirty="0"/>
              <a:t>=sniff(filter=“</a:t>
            </a:r>
            <a:r>
              <a:rPr lang="en-US" dirty="0" err="1"/>
              <a:t>icmp</a:t>
            </a:r>
            <a:r>
              <a:rPr lang="en-US" dirty="0"/>
              <a:t>”)</a:t>
            </a:r>
          </a:p>
        </p:txBody>
      </p:sp>
      <p:sp>
        <p:nvSpPr>
          <p:cNvPr id="4" name="Content Placeholder 2">
            <a:extLst>
              <a:ext uri="{FF2B5EF4-FFF2-40B4-BE49-F238E27FC236}">
                <a16:creationId xmlns:a16="http://schemas.microsoft.com/office/drawing/2014/main" id="{514D3690-D7A2-48A0-BF59-75520545D1F0}"/>
              </a:ext>
            </a:extLst>
          </p:cNvPr>
          <p:cNvSpPr>
            <a:spLocks noGrp="1"/>
          </p:cNvSpPr>
          <p:nvPr>
            <p:ph idx="1"/>
          </p:nvPr>
        </p:nvSpPr>
        <p:spPr>
          <a:xfrm>
            <a:off x="609600" y="1371600"/>
            <a:ext cx="10972800" cy="3505199"/>
          </a:xfrm>
        </p:spPr>
        <p:txBody>
          <a:bodyPr>
            <a:normAutofit/>
          </a:bodyPr>
          <a:lstStyle/>
          <a:p>
            <a:r>
              <a:rPr lang="en-CA" dirty="0" err="1"/>
              <a:t>pkts</a:t>
            </a:r>
            <a:r>
              <a:rPr lang="en-CA" dirty="0"/>
              <a:t> is a list of packets. E.g., </a:t>
            </a:r>
            <a:r>
              <a:rPr lang="en-CA" dirty="0" err="1">
                <a:highlight>
                  <a:srgbClr val="FFFF00"/>
                </a:highlight>
              </a:rPr>
              <a:t>pkts</a:t>
            </a:r>
            <a:r>
              <a:rPr lang="en-CA" dirty="0">
                <a:highlight>
                  <a:srgbClr val="FFFF00"/>
                </a:highlight>
              </a:rPr>
              <a:t>[1]</a:t>
            </a:r>
            <a:r>
              <a:rPr lang="en-CA" dirty="0"/>
              <a:t> is the second packet.  </a:t>
            </a:r>
          </a:p>
          <a:p>
            <a:r>
              <a:rPr lang="en-CA" dirty="0"/>
              <a:t>p=</a:t>
            </a:r>
            <a:r>
              <a:rPr lang="en-CA" dirty="0" err="1"/>
              <a:t>pkts</a:t>
            </a:r>
            <a:r>
              <a:rPr lang="en-CA" dirty="0"/>
              <a:t>[1] is a packet class, visualized as </a:t>
            </a:r>
          </a:p>
          <a:p>
            <a:endParaRPr lang="en-CA" dirty="0"/>
          </a:p>
          <a:p>
            <a:endParaRPr lang="en-CA" dirty="0"/>
          </a:p>
          <a:p>
            <a:r>
              <a:rPr lang="en-CA" dirty="0"/>
              <a:t>access subpacket: </a:t>
            </a:r>
            <a:r>
              <a:rPr lang="en-CA" dirty="0">
                <a:highlight>
                  <a:srgbClr val="FFFF00"/>
                </a:highlight>
              </a:rPr>
              <a:t>p[Ether], p[IP], p[ICMP]</a:t>
            </a:r>
            <a:r>
              <a:rPr lang="en-CA" dirty="0"/>
              <a:t>  </a:t>
            </a:r>
          </a:p>
          <a:p>
            <a:pPr lvl="1"/>
            <a:r>
              <a:rPr lang="en-CA" dirty="0">
                <a:highlight>
                  <a:srgbClr val="FFFF00"/>
                </a:highlight>
              </a:rPr>
              <a:t>p[IP]</a:t>
            </a:r>
            <a:r>
              <a:rPr lang="en-CA" dirty="0"/>
              <a:t> is a shortcut of </a:t>
            </a:r>
            <a:r>
              <a:rPr lang="en-CA" dirty="0" err="1">
                <a:highlight>
                  <a:srgbClr val="FFFF00"/>
                </a:highlight>
              </a:rPr>
              <a:t>p.getlayer</a:t>
            </a:r>
            <a:r>
              <a:rPr lang="en-CA" dirty="0">
                <a:highlight>
                  <a:srgbClr val="FFFF00"/>
                </a:highlight>
              </a:rPr>
              <a:t>(IP)</a:t>
            </a:r>
          </a:p>
        </p:txBody>
      </p:sp>
      <p:pic>
        <p:nvPicPr>
          <p:cNvPr id="8" name="Picture 7" descr="A picture containing drawing&#10;&#10;Description automatically generated">
            <a:extLst>
              <a:ext uri="{FF2B5EF4-FFF2-40B4-BE49-F238E27FC236}">
                <a16:creationId xmlns:a16="http://schemas.microsoft.com/office/drawing/2014/main" id="{6B9D385A-B563-41FC-95A7-6EC21779C5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2620297"/>
            <a:ext cx="5638799" cy="1084951"/>
          </a:xfrm>
          <a:prstGeom prst="rect">
            <a:avLst/>
          </a:prstGeom>
        </p:spPr>
      </p:pic>
      <p:sp>
        <p:nvSpPr>
          <p:cNvPr id="9" name="Content Placeholder 2">
            <a:extLst>
              <a:ext uri="{FF2B5EF4-FFF2-40B4-BE49-F238E27FC236}">
                <a16:creationId xmlns:a16="http://schemas.microsoft.com/office/drawing/2014/main" id="{5F3A678A-7432-411C-A969-5D7CEFE89D3C}"/>
              </a:ext>
            </a:extLst>
          </p:cNvPr>
          <p:cNvSpPr txBox="1">
            <a:spLocks/>
          </p:cNvSpPr>
          <p:nvPr/>
        </p:nvSpPr>
        <p:spPr>
          <a:xfrm>
            <a:off x="609600" y="5029200"/>
            <a:ext cx="10972800" cy="1523999"/>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CA" dirty="0">
                <a:highlight>
                  <a:srgbClr val="FFFF00"/>
                </a:highlight>
              </a:rPr>
              <a:t>p=p[Ether]</a:t>
            </a:r>
            <a:r>
              <a:rPr lang="en-CA" dirty="0"/>
              <a:t> is a packet class containing  fields in Ether header and data field which is IP packet.  </a:t>
            </a:r>
          </a:p>
          <a:p>
            <a:r>
              <a:rPr lang="en-CA" dirty="0"/>
              <a:t>use </a:t>
            </a:r>
            <a:r>
              <a:rPr lang="en-CA" dirty="0">
                <a:highlight>
                  <a:srgbClr val="FFFF00"/>
                </a:highlight>
              </a:rPr>
              <a:t>ls(p[Ether])</a:t>
            </a:r>
            <a:r>
              <a:rPr lang="en-CA" dirty="0"/>
              <a:t>   to see its fields. </a:t>
            </a:r>
          </a:p>
        </p:txBody>
      </p:sp>
    </p:spTree>
    <p:extLst>
      <p:ext uri="{BB962C8B-B14F-4D97-AF65-F5344CB8AC3E}">
        <p14:creationId xmlns:p14="http://schemas.microsoft.com/office/powerpoint/2010/main" val="3025372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10972800" cy="1143000"/>
          </a:xfrm>
        </p:spPr>
        <p:txBody>
          <a:bodyPr/>
          <a:lstStyle/>
          <a:p>
            <a:pPr algn="l"/>
            <a:r>
              <a:rPr lang="en-US" dirty="0"/>
              <a:t> pkt=sniff(filter=“</a:t>
            </a:r>
            <a:r>
              <a:rPr lang="en-US" dirty="0" err="1"/>
              <a:t>icmp</a:t>
            </a:r>
            <a:r>
              <a:rPr lang="en-US" dirty="0"/>
              <a:t>”)</a:t>
            </a:r>
          </a:p>
        </p:txBody>
      </p:sp>
      <p:sp>
        <p:nvSpPr>
          <p:cNvPr id="4" name="Content Placeholder 2">
            <a:extLst>
              <a:ext uri="{FF2B5EF4-FFF2-40B4-BE49-F238E27FC236}">
                <a16:creationId xmlns:a16="http://schemas.microsoft.com/office/drawing/2014/main" id="{514D3690-D7A2-48A0-BF59-75520545D1F0}"/>
              </a:ext>
            </a:extLst>
          </p:cNvPr>
          <p:cNvSpPr>
            <a:spLocks noGrp="1"/>
          </p:cNvSpPr>
          <p:nvPr>
            <p:ph idx="1"/>
          </p:nvPr>
        </p:nvSpPr>
        <p:spPr>
          <a:xfrm>
            <a:off x="609600" y="1066800"/>
            <a:ext cx="10972800" cy="5711688"/>
          </a:xfrm>
        </p:spPr>
        <p:txBody>
          <a:bodyPr>
            <a:noAutofit/>
          </a:bodyPr>
          <a:lstStyle/>
          <a:p>
            <a:pPr marL="0" indent="0">
              <a:spcBef>
                <a:spcPts val="0"/>
              </a:spcBef>
              <a:buNone/>
            </a:pPr>
            <a:r>
              <a:rPr lang="en-CA" sz="1300" dirty="0">
                <a:latin typeface="Times New Roman" panose="02020603050405020304" pitchFamily="18" charset="0"/>
                <a:ea typeface="STHupo" panose="020B0503020204020204" pitchFamily="2" charset="-122"/>
                <a:cs typeface="Times New Roman" panose="02020603050405020304" pitchFamily="18" charset="0"/>
              </a:rPr>
              <a:t>&gt;&gt;&gt; p[IP].show()                                                           #   p=pkt[1]</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IP ]### </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version   	= 4</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a:t>
            </a:r>
            <a:r>
              <a:rPr lang="en-CA" sz="1600" dirty="0" err="1">
                <a:latin typeface="Times New Roman" panose="02020603050405020304" pitchFamily="18" charset="0"/>
                <a:ea typeface="STHupo" panose="020B0503020204020204" pitchFamily="2" charset="-122"/>
                <a:cs typeface="Times New Roman" panose="02020603050405020304" pitchFamily="18" charset="0"/>
              </a:rPr>
              <a:t>ihl</a:t>
            </a:r>
            <a:r>
              <a:rPr lang="en-CA" sz="1600" dirty="0">
                <a:latin typeface="Times New Roman" panose="02020603050405020304" pitchFamily="18" charset="0"/>
                <a:ea typeface="STHupo" panose="020B0503020204020204" pitchFamily="2" charset="-122"/>
                <a:cs typeface="Times New Roman" panose="02020603050405020304" pitchFamily="18" charset="0"/>
              </a:rPr>
              <a:t>       	= 5</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a:t>
            </a:r>
            <a:r>
              <a:rPr lang="en-CA" sz="1600" dirty="0" err="1">
                <a:latin typeface="Times New Roman" panose="02020603050405020304" pitchFamily="18" charset="0"/>
                <a:ea typeface="STHupo" panose="020B0503020204020204" pitchFamily="2" charset="-122"/>
                <a:cs typeface="Times New Roman" panose="02020603050405020304" pitchFamily="18" charset="0"/>
              </a:rPr>
              <a:t>tos</a:t>
            </a:r>
            <a:r>
              <a:rPr lang="en-CA" sz="1600" dirty="0">
                <a:latin typeface="Times New Roman" panose="02020603050405020304" pitchFamily="18" charset="0"/>
                <a:ea typeface="STHupo" panose="020B0503020204020204" pitchFamily="2" charset="-122"/>
                <a:cs typeface="Times New Roman" panose="02020603050405020304" pitchFamily="18" charset="0"/>
              </a:rPr>
              <a:t>       	= 0x0</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a:t>
            </a:r>
            <a:r>
              <a:rPr lang="en-CA" sz="1600" dirty="0" err="1">
                <a:latin typeface="Times New Roman" panose="02020603050405020304" pitchFamily="18" charset="0"/>
                <a:ea typeface="STHupo" panose="020B0503020204020204" pitchFamily="2" charset="-122"/>
                <a:cs typeface="Times New Roman" panose="02020603050405020304" pitchFamily="18" charset="0"/>
              </a:rPr>
              <a:t>len</a:t>
            </a:r>
            <a:r>
              <a:rPr lang="en-CA" sz="1600" dirty="0">
                <a:latin typeface="Times New Roman" panose="02020603050405020304" pitchFamily="18" charset="0"/>
                <a:ea typeface="STHupo" panose="020B0503020204020204" pitchFamily="2" charset="-122"/>
                <a:cs typeface="Times New Roman" panose="02020603050405020304" pitchFamily="18" charset="0"/>
              </a:rPr>
              <a:t>       	= 84</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id        	= 452</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flags     	= </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frag      	= 0</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a:t>
            </a:r>
            <a:r>
              <a:rPr lang="en-CA" sz="1600" dirty="0" err="1">
                <a:latin typeface="Times New Roman" panose="02020603050405020304" pitchFamily="18" charset="0"/>
                <a:ea typeface="STHupo" panose="020B0503020204020204" pitchFamily="2" charset="-122"/>
                <a:cs typeface="Times New Roman" panose="02020603050405020304" pitchFamily="18" charset="0"/>
              </a:rPr>
              <a:t>ttl</a:t>
            </a:r>
            <a:r>
              <a:rPr lang="en-CA" sz="1600" dirty="0">
                <a:latin typeface="Times New Roman" panose="02020603050405020304" pitchFamily="18" charset="0"/>
                <a:ea typeface="STHupo" panose="020B0503020204020204" pitchFamily="2" charset="-122"/>
                <a:cs typeface="Times New Roman" panose="02020603050405020304" pitchFamily="18" charset="0"/>
              </a:rPr>
              <a:t>       	= 63</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proto     	= </a:t>
            </a:r>
            <a:r>
              <a:rPr lang="en-CA" sz="1600" dirty="0" err="1">
                <a:latin typeface="Times New Roman" panose="02020603050405020304" pitchFamily="18" charset="0"/>
                <a:ea typeface="STHupo" panose="020B0503020204020204" pitchFamily="2" charset="-122"/>
                <a:cs typeface="Times New Roman" panose="02020603050405020304" pitchFamily="18" charset="0"/>
              </a:rPr>
              <a:t>icmp</a:t>
            </a:r>
            <a:endParaRPr lang="en-CA" sz="1600" dirty="0">
              <a:latin typeface="Times New Roman" panose="02020603050405020304" pitchFamily="18" charset="0"/>
              <a:ea typeface="STHupo" panose="020B0503020204020204" pitchFamily="2" charset="-122"/>
              <a:cs typeface="Times New Roman" panose="02020603050405020304" pitchFamily="18" charset="0"/>
            </a:endParaRP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a:t>
            </a:r>
            <a:r>
              <a:rPr lang="en-CA" sz="1600" dirty="0" err="1">
                <a:latin typeface="Times New Roman" panose="02020603050405020304" pitchFamily="18" charset="0"/>
                <a:ea typeface="STHupo" panose="020B0503020204020204" pitchFamily="2" charset="-122"/>
                <a:cs typeface="Times New Roman" panose="02020603050405020304" pitchFamily="18" charset="0"/>
              </a:rPr>
              <a:t>chksum</a:t>
            </a:r>
            <a:r>
              <a:rPr lang="en-CA" sz="1600" dirty="0">
                <a:latin typeface="Times New Roman" panose="02020603050405020304" pitchFamily="18" charset="0"/>
                <a:ea typeface="STHupo" panose="020B0503020204020204" pitchFamily="2" charset="-122"/>
                <a:cs typeface="Times New Roman" panose="02020603050405020304" pitchFamily="18" charset="0"/>
              </a:rPr>
              <a:t>    	= 0xad2d</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a:t>
            </a:r>
            <a:r>
              <a:rPr lang="en-CA" sz="1600" dirty="0" err="1">
                <a:latin typeface="Times New Roman" panose="02020603050405020304" pitchFamily="18" charset="0"/>
                <a:ea typeface="STHupo" panose="020B0503020204020204" pitchFamily="2" charset="-122"/>
                <a:cs typeface="Times New Roman" panose="02020603050405020304" pitchFamily="18" charset="0"/>
              </a:rPr>
              <a:t>src</a:t>
            </a:r>
            <a:r>
              <a:rPr lang="en-CA" sz="1600" dirty="0">
                <a:latin typeface="Times New Roman" panose="02020603050405020304" pitchFamily="18" charset="0"/>
                <a:ea typeface="STHupo" panose="020B0503020204020204" pitchFamily="2" charset="-122"/>
                <a:cs typeface="Times New Roman" panose="02020603050405020304" pitchFamily="18" charset="0"/>
              </a:rPr>
              <a:t>       	= 192.168.0.1</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a:t>
            </a:r>
            <a:r>
              <a:rPr lang="en-CA" sz="1600" dirty="0" err="1">
                <a:latin typeface="Times New Roman" panose="02020603050405020304" pitchFamily="18" charset="0"/>
                <a:ea typeface="STHupo" panose="020B0503020204020204" pitchFamily="2" charset="-122"/>
                <a:cs typeface="Times New Roman" panose="02020603050405020304" pitchFamily="18" charset="0"/>
              </a:rPr>
              <a:t>dst</a:t>
            </a:r>
            <a:r>
              <a:rPr lang="en-CA" sz="1600" dirty="0">
                <a:latin typeface="Times New Roman" panose="02020603050405020304" pitchFamily="18" charset="0"/>
                <a:ea typeface="STHupo" panose="020B0503020204020204" pitchFamily="2" charset="-122"/>
                <a:cs typeface="Times New Roman" panose="02020603050405020304" pitchFamily="18" charset="0"/>
              </a:rPr>
              <a:t>       	= 10.0.2.15</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\options   \</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ICMP ]### </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type      	= echo-reply</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code      	= 0</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a:t>
            </a:r>
            <a:r>
              <a:rPr lang="en-CA" sz="1600" dirty="0" err="1">
                <a:latin typeface="Times New Roman" panose="02020603050405020304" pitchFamily="18" charset="0"/>
                <a:ea typeface="STHupo" panose="020B0503020204020204" pitchFamily="2" charset="-122"/>
                <a:cs typeface="Times New Roman" panose="02020603050405020304" pitchFamily="18" charset="0"/>
              </a:rPr>
              <a:t>chksum</a:t>
            </a:r>
            <a:r>
              <a:rPr lang="en-CA" sz="1600" dirty="0">
                <a:latin typeface="Times New Roman" panose="02020603050405020304" pitchFamily="18" charset="0"/>
                <a:ea typeface="STHupo" panose="020B0503020204020204" pitchFamily="2" charset="-122"/>
                <a:cs typeface="Times New Roman" panose="02020603050405020304" pitchFamily="18" charset="0"/>
              </a:rPr>
              <a:t>    	= 0x2683</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id        	= 0xea7</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seq       	= 0x1</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Raw ]### </a:t>
            </a:r>
          </a:p>
          <a:p>
            <a:pPr marL="0" indent="0">
              <a:spcBef>
                <a:spcPts val="0"/>
              </a:spcBef>
              <a:buNone/>
            </a:pPr>
            <a:r>
              <a:rPr lang="en-CA" sz="1600" dirty="0">
                <a:latin typeface="Times New Roman" panose="02020603050405020304" pitchFamily="18" charset="0"/>
                <a:ea typeface="STHupo" panose="020B0503020204020204" pitchFamily="2" charset="-122"/>
                <a:cs typeface="Times New Roman" panose="02020603050405020304" pitchFamily="18" charset="0"/>
              </a:rPr>
              <a:t>     load      	= '$</a:t>
            </a:r>
            <a:r>
              <a:rPr lang="en-CA" sz="1600" dirty="0" err="1">
                <a:latin typeface="Times New Roman" panose="02020603050405020304" pitchFamily="18" charset="0"/>
                <a:ea typeface="STHupo" panose="020B0503020204020204" pitchFamily="2" charset="-122"/>
                <a:cs typeface="Times New Roman" panose="02020603050405020304" pitchFamily="18" charset="0"/>
              </a:rPr>
              <a:t>Kp^F</a:t>
            </a:r>
            <a:r>
              <a:rPr lang="en-CA" sz="1600" dirty="0">
                <a:latin typeface="Times New Roman" panose="02020603050405020304" pitchFamily="18" charset="0"/>
                <a:ea typeface="STHupo" panose="020B0503020204020204" pitchFamily="2" charset="-122"/>
                <a:cs typeface="Times New Roman" panose="02020603050405020304" pitchFamily="18" charset="0"/>
              </a:rPr>
              <a:t>(\x05\x00\x08\t\n\x0b\x0c\...’</a:t>
            </a:r>
          </a:p>
        </p:txBody>
      </p:sp>
    </p:spTree>
    <p:extLst>
      <p:ext uri="{BB962C8B-B14F-4D97-AF65-F5344CB8AC3E}">
        <p14:creationId xmlns:p14="http://schemas.microsoft.com/office/powerpoint/2010/main" val="633043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Send packet</a:t>
            </a:r>
          </a:p>
        </p:txBody>
      </p:sp>
      <p:sp>
        <p:nvSpPr>
          <p:cNvPr id="6" name="Content Placeholder 2">
            <a:extLst>
              <a:ext uri="{FF2B5EF4-FFF2-40B4-BE49-F238E27FC236}">
                <a16:creationId xmlns:a16="http://schemas.microsoft.com/office/drawing/2014/main" id="{69F424DB-0671-42C8-B2B9-57068256550D}"/>
              </a:ext>
            </a:extLst>
          </p:cNvPr>
          <p:cNvSpPr txBox="1">
            <a:spLocks/>
          </p:cNvSpPr>
          <p:nvPr/>
        </p:nvSpPr>
        <p:spPr>
          <a:xfrm>
            <a:off x="609600" y="1905000"/>
            <a:ext cx="10972800" cy="4419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a:t>send</a:t>
            </a:r>
            <a:r>
              <a:rPr lang="en-US" sz="2400" dirty="0"/>
              <a:t>(pkt, verbose=0, loop=0):  </a:t>
            </a:r>
            <a:r>
              <a:rPr lang="en-US" sz="2400" dirty="0" err="1"/>
              <a:t>pkt</a:t>
            </a:r>
            <a:r>
              <a:rPr lang="en-US" sz="2400" dirty="0"/>
              <a:t> is an </a:t>
            </a:r>
            <a:r>
              <a:rPr lang="en-US" sz="2400" b="1" dirty="0"/>
              <a:t>IP</a:t>
            </a:r>
            <a:r>
              <a:rPr lang="en-US" sz="2400" dirty="0"/>
              <a:t> packet</a:t>
            </a:r>
          </a:p>
          <a:p>
            <a:pPr lvl="1"/>
            <a:r>
              <a:rPr lang="en-US" sz="2400" dirty="0" err="1">
                <a:highlight>
                  <a:srgbClr val="FFFF00"/>
                </a:highlight>
              </a:rPr>
              <a:t>iface</a:t>
            </a:r>
            <a:r>
              <a:rPr lang="en-US" sz="2400" dirty="0">
                <a:highlight>
                  <a:srgbClr val="FFFF00"/>
                </a:highlight>
              </a:rPr>
              <a:t>:</a:t>
            </a:r>
            <a:r>
              <a:rPr lang="en-US" sz="2400" dirty="0"/>
              <a:t>       # interface for packet sending. </a:t>
            </a:r>
          </a:p>
          <a:p>
            <a:pPr lvl="1"/>
            <a:r>
              <a:rPr lang="en-US" sz="2400" dirty="0">
                <a:highlight>
                  <a:srgbClr val="FFFF00"/>
                </a:highlight>
              </a:rPr>
              <a:t>loop:</a:t>
            </a:r>
            <a:r>
              <a:rPr lang="en-US" sz="2400" dirty="0"/>
              <a:t>     # 1 for sending endlessly and 0 for sending once</a:t>
            </a:r>
          </a:p>
          <a:p>
            <a:pPr lvl="1"/>
            <a:r>
              <a:rPr lang="en-US" sz="2400" dirty="0" err="1">
                <a:highlight>
                  <a:srgbClr val="FFFF00"/>
                </a:highlight>
              </a:rPr>
              <a:t>pkt</a:t>
            </a:r>
            <a:r>
              <a:rPr lang="en-US" sz="2400" dirty="0"/>
              <a:t>         # it can be one or list of packets.</a:t>
            </a:r>
          </a:p>
          <a:p>
            <a:pPr lvl="1"/>
            <a:r>
              <a:rPr lang="en-US" sz="2400" dirty="0">
                <a:highlight>
                  <a:srgbClr val="FFFF00"/>
                </a:highlight>
              </a:rPr>
              <a:t>verbose</a:t>
            </a:r>
            <a:r>
              <a:rPr lang="en-US" sz="2400" dirty="0"/>
              <a:t> 	# 1 for display the sending information and 0 for sending </a:t>
            </a:r>
            <a:r>
              <a:rPr lang="en-US" sz="2400" dirty="0" err="1"/>
              <a:t>siliently</a:t>
            </a:r>
            <a:endParaRPr lang="en-US" sz="2400" dirty="0"/>
          </a:p>
          <a:p>
            <a:pPr lvl="1"/>
            <a:endParaRPr lang="en-US" sz="2400" dirty="0"/>
          </a:p>
          <a:p>
            <a:r>
              <a:rPr lang="en-US" sz="2800" b="1" dirty="0" err="1"/>
              <a:t>sendp</a:t>
            </a:r>
            <a:r>
              <a:rPr lang="en-US" sz="2800" dirty="0"/>
              <a:t>(frame, </a:t>
            </a:r>
            <a:r>
              <a:rPr lang="en-US" sz="2800" dirty="0" err="1"/>
              <a:t>iface</a:t>
            </a:r>
            <a:r>
              <a:rPr lang="en-US" sz="2800" dirty="0"/>
              <a:t>=“enp0s3”)</a:t>
            </a:r>
          </a:p>
          <a:p>
            <a:pPr lvl="1"/>
            <a:r>
              <a:rPr lang="en-US" sz="2000" b="1" dirty="0"/>
              <a:t>frame</a:t>
            </a:r>
            <a:r>
              <a:rPr lang="en-US" sz="2000" dirty="0"/>
              <a:t> is a link layer packet, starting with Ether header (using Ether() to construct this header). </a:t>
            </a:r>
            <a:endParaRPr lang="en-US" sz="2800" dirty="0"/>
          </a:p>
        </p:txBody>
      </p:sp>
    </p:spTree>
    <p:extLst>
      <p:ext uri="{BB962C8B-B14F-4D97-AF65-F5344CB8AC3E}">
        <p14:creationId xmlns:p14="http://schemas.microsoft.com/office/powerpoint/2010/main" val="1950767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Spoofing ICMP  &amp; UDP Using </a:t>
            </a:r>
            <a:r>
              <a:rPr lang="en-US" dirty="0" err="1"/>
              <a:t>Scapy</a:t>
            </a:r>
            <a:endParaRPr lang="en-US" dirty="0"/>
          </a:p>
        </p:txBody>
      </p:sp>
      <p:sp>
        <p:nvSpPr>
          <p:cNvPr id="4" name="TextBox 3"/>
          <p:cNvSpPr txBox="1"/>
          <p:nvPr/>
        </p:nvSpPr>
        <p:spPr>
          <a:xfrm>
            <a:off x="2971800" y="1371600"/>
            <a:ext cx="2438400" cy="381000"/>
          </a:xfrm>
          <a:prstGeom prst="rect">
            <a:avLst/>
          </a:prstGeom>
          <a:noFill/>
        </p:spPr>
        <p:txBody>
          <a:bodyPr wrap="square" rtlCol="0">
            <a:spAutoFit/>
          </a:bodyPr>
          <a:lstStyle/>
          <a:p>
            <a:r>
              <a:rPr lang="en-CA" dirty="0"/>
              <a:t>icmp_spoof.py</a:t>
            </a:r>
          </a:p>
        </p:txBody>
      </p:sp>
      <p:sp>
        <p:nvSpPr>
          <p:cNvPr id="6" name="TextBox 5"/>
          <p:cNvSpPr txBox="1"/>
          <p:nvPr/>
        </p:nvSpPr>
        <p:spPr>
          <a:xfrm>
            <a:off x="7620000" y="3581400"/>
            <a:ext cx="2438400" cy="381000"/>
          </a:xfrm>
          <a:prstGeom prst="rect">
            <a:avLst/>
          </a:prstGeom>
          <a:noFill/>
        </p:spPr>
        <p:txBody>
          <a:bodyPr wrap="square" rtlCol="0">
            <a:spAutoFit/>
          </a:bodyPr>
          <a:lstStyle/>
          <a:p>
            <a:r>
              <a:rPr lang="en-CA" dirty="0"/>
              <a:t>udp_spoof.py</a:t>
            </a:r>
          </a:p>
        </p:txBody>
      </p:sp>
      <p:sp>
        <p:nvSpPr>
          <p:cNvPr id="7" name="TextBox 6"/>
          <p:cNvSpPr txBox="1"/>
          <p:nvPr/>
        </p:nvSpPr>
        <p:spPr>
          <a:xfrm>
            <a:off x="533400" y="4953000"/>
            <a:ext cx="3429000" cy="646331"/>
          </a:xfrm>
          <a:prstGeom prst="rect">
            <a:avLst/>
          </a:prstGeom>
          <a:noFill/>
        </p:spPr>
        <p:txBody>
          <a:bodyPr wrap="square" rtlCol="0">
            <a:spAutoFit/>
          </a:bodyPr>
          <a:lstStyle/>
          <a:p>
            <a:r>
              <a:rPr lang="en-CA" dirty="0"/>
              <a:t>Run a </a:t>
            </a:r>
            <a:r>
              <a:rPr lang="en-CA" dirty="0" err="1"/>
              <a:t>udp</a:t>
            </a:r>
            <a:r>
              <a:rPr lang="en-CA" dirty="0"/>
              <a:t> server at  10.0.2.14</a:t>
            </a:r>
          </a:p>
          <a:p>
            <a:r>
              <a:rPr lang="en-CA" dirty="0"/>
              <a:t> $</a:t>
            </a:r>
            <a:r>
              <a:rPr lang="en-CA" dirty="0" err="1"/>
              <a:t>nc</a:t>
            </a:r>
            <a:r>
              <a:rPr lang="en-CA" dirty="0"/>
              <a:t>  -</a:t>
            </a:r>
            <a:r>
              <a:rPr lang="en-CA" dirty="0" err="1"/>
              <a:t>lnuvp</a:t>
            </a:r>
            <a:r>
              <a:rPr lang="en-CA" dirty="0"/>
              <a:t> 5000</a:t>
            </a:r>
          </a:p>
        </p:txBody>
      </p:sp>
      <p:pic>
        <p:nvPicPr>
          <p:cNvPr id="8" name="Picture 7"/>
          <p:cNvPicPr>
            <a:picLocks noChangeAspect="1"/>
          </p:cNvPicPr>
          <p:nvPr/>
        </p:nvPicPr>
        <p:blipFill>
          <a:blip r:embed="rId3"/>
          <a:stretch>
            <a:fillRect/>
          </a:stretch>
        </p:blipFill>
        <p:spPr>
          <a:xfrm>
            <a:off x="857250" y="1652870"/>
            <a:ext cx="5924550" cy="2662810"/>
          </a:xfrm>
          <a:prstGeom prst="rect">
            <a:avLst/>
          </a:prstGeom>
        </p:spPr>
      </p:pic>
      <p:pic>
        <p:nvPicPr>
          <p:cNvPr id="9" name="Picture 8"/>
          <p:cNvPicPr>
            <a:picLocks noChangeAspect="1"/>
          </p:cNvPicPr>
          <p:nvPr/>
        </p:nvPicPr>
        <p:blipFill>
          <a:blip r:embed="rId4"/>
          <a:stretch>
            <a:fillRect/>
          </a:stretch>
        </p:blipFill>
        <p:spPr>
          <a:xfrm>
            <a:off x="3581400" y="3914882"/>
            <a:ext cx="8410575" cy="2895600"/>
          </a:xfrm>
          <a:prstGeom prst="rect">
            <a:avLst/>
          </a:prstGeom>
        </p:spPr>
      </p:pic>
    </p:spTree>
    <p:extLst>
      <p:ext uri="{BB962C8B-B14F-4D97-AF65-F5344CB8AC3E}">
        <p14:creationId xmlns:p14="http://schemas.microsoft.com/office/powerpoint/2010/main" val="987751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1143000"/>
          </a:xfrm>
        </p:spPr>
        <p:txBody>
          <a:bodyPr/>
          <a:lstStyle/>
          <a:p>
            <a:pPr algn="l"/>
            <a:r>
              <a:rPr lang="en-US" dirty="0"/>
              <a:t>Sniffing and Then Spoofing Using </a:t>
            </a:r>
            <a:r>
              <a:rPr lang="en-US" dirty="0" err="1"/>
              <a:t>Scapy</a:t>
            </a:r>
            <a:endParaRPr lang="en-US" dirty="0"/>
          </a:p>
        </p:txBody>
      </p:sp>
      <p:sp>
        <p:nvSpPr>
          <p:cNvPr id="7" name="TextBox 6"/>
          <p:cNvSpPr txBox="1"/>
          <p:nvPr/>
        </p:nvSpPr>
        <p:spPr>
          <a:xfrm>
            <a:off x="5334000" y="1181100"/>
            <a:ext cx="2438400" cy="381000"/>
          </a:xfrm>
          <a:prstGeom prst="rect">
            <a:avLst/>
          </a:prstGeom>
          <a:noFill/>
        </p:spPr>
        <p:txBody>
          <a:bodyPr wrap="square" rtlCol="0">
            <a:spAutoFit/>
          </a:bodyPr>
          <a:lstStyle/>
          <a:p>
            <a:r>
              <a:rPr lang="en-CA" dirty="0"/>
              <a:t>sniff_spoof_icmp.py</a:t>
            </a:r>
          </a:p>
        </p:txBody>
      </p:sp>
      <p:sp>
        <p:nvSpPr>
          <p:cNvPr id="8" name="TextBox 7"/>
          <p:cNvSpPr txBox="1"/>
          <p:nvPr/>
        </p:nvSpPr>
        <p:spPr>
          <a:xfrm>
            <a:off x="9601200" y="1447800"/>
            <a:ext cx="2743200" cy="923330"/>
          </a:xfrm>
          <a:prstGeom prst="rect">
            <a:avLst/>
          </a:prstGeom>
          <a:noFill/>
        </p:spPr>
        <p:txBody>
          <a:bodyPr wrap="square" rtlCol="0">
            <a:spAutoFit/>
          </a:bodyPr>
          <a:lstStyle/>
          <a:p>
            <a:pPr marL="285750" indent="-285750">
              <a:buFont typeface="Arial" panose="020B0604020202020204" pitchFamily="34" charset="0"/>
              <a:buChar char="•"/>
            </a:pPr>
            <a:r>
              <a:rPr lang="en-CA" dirty="0"/>
              <a:t>On 10.9.0.6:</a:t>
            </a:r>
          </a:p>
          <a:p>
            <a:r>
              <a:rPr lang="en-CA" dirty="0"/>
              <a:t>$ping 8.8.8.8 </a:t>
            </a:r>
          </a:p>
          <a:p>
            <a:r>
              <a:rPr lang="en-CA" dirty="0"/>
              <a:t>Check what is the reply?</a:t>
            </a:r>
          </a:p>
        </p:txBody>
      </p:sp>
      <p:sp>
        <p:nvSpPr>
          <p:cNvPr id="9" name="TextBox 8"/>
          <p:cNvSpPr txBox="1"/>
          <p:nvPr/>
        </p:nvSpPr>
        <p:spPr>
          <a:xfrm>
            <a:off x="9601200" y="2429470"/>
            <a:ext cx="2743200" cy="923330"/>
          </a:xfrm>
          <a:prstGeom prst="rect">
            <a:avLst/>
          </a:prstGeom>
          <a:noFill/>
        </p:spPr>
        <p:txBody>
          <a:bodyPr wrap="square" rtlCol="0">
            <a:spAutoFit/>
          </a:bodyPr>
          <a:lstStyle/>
          <a:p>
            <a:pPr marL="285750" indent="-285750">
              <a:buFont typeface="Arial" panose="020B0604020202020204" pitchFamily="34" charset="0"/>
              <a:buChar char="•"/>
            </a:pPr>
            <a:r>
              <a:rPr lang="en-CA" dirty="0"/>
              <a:t>Turn on </a:t>
            </a:r>
            <a:r>
              <a:rPr lang="en-CA" dirty="0" err="1"/>
              <a:t>wireshark</a:t>
            </a:r>
            <a:r>
              <a:rPr lang="en-CA" dirty="0"/>
              <a:t>:</a:t>
            </a:r>
          </a:p>
          <a:p>
            <a:r>
              <a:rPr lang="en-CA" dirty="0"/>
              <a:t>Which reply is from our program?</a:t>
            </a:r>
          </a:p>
        </p:txBody>
      </p:sp>
      <p:pic>
        <p:nvPicPr>
          <p:cNvPr id="5" name="Picture 4"/>
          <p:cNvPicPr>
            <a:picLocks noChangeAspect="1"/>
          </p:cNvPicPr>
          <p:nvPr/>
        </p:nvPicPr>
        <p:blipFill>
          <a:blip r:embed="rId3"/>
          <a:stretch>
            <a:fillRect/>
          </a:stretch>
        </p:blipFill>
        <p:spPr>
          <a:xfrm>
            <a:off x="76200" y="1562100"/>
            <a:ext cx="9525000" cy="5067300"/>
          </a:xfrm>
          <a:prstGeom prst="rect">
            <a:avLst/>
          </a:prstGeom>
        </p:spPr>
      </p:pic>
      <p:cxnSp>
        <p:nvCxnSpPr>
          <p:cNvPr id="11" name="Straight Arrow Connector 10"/>
          <p:cNvCxnSpPr/>
          <p:nvPr/>
        </p:nvCxnSpPr>
        <p:spPr>
          <a:xfrm flipH="1">
            <a:off x="4495800" y="2209800"/>
            <a:ext cx="7620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486400" y="1909465"/>
            <a:ext cx="1676400" cy="369332"/>
          </a:xfrm>
          <a:prstGeom prst="rect">
            <a:avLst/>
          </a:prstGeom>
          <a:noFill/>
        </p:spPr>
        <p:txBody>
          <a:bodyPr wrap="square" rtlCol="0">
            <a:spAutoFit/>
          </a:bodyPr>
          <a:lstStyle/>
          <a:p>
            <a:r>
              <a:rPr lang="en-CA" b="1" dirty="0"/>
              <a:t>request</a:t>
            </a:r>
          </a:p>
        </p:txBody>
      </p:sp>
    </p:spTree>
    <p:extLst>
      <p:ext uri="{BB962C8B-B14F-4D97-AF65-F5344CB8AC3E}">
        <p14:creationId xmlns:p14="http://schemas.microsoft.com/office/powerpoint/2010/main" val="2568074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1143000"/>
          </a:xfrm>
        </p:spPr>
        <p:txBody>
          <a:bodyPr/>
          <a:lstStyle/>
          <a:p>
            <a:pPr algn="l"/>
            <a:r>
              <a:rPr lang="en-US" dirty="0"/>
              <a:t>Alternative way to construct ICMP part. </a:t>
            </a:r>
          </a:p>
        </p:txBody>
      </p:sp>
      <p:pic>
        <p:nvPicPr>
          <p:cNvPr id="3" name="Picture 2"/>
          <p:cNvPicPr>
            <a:picLocks noChangeAspect="1"/>
          </p:cNvPicPr>
          <p:nvPr/>
        </p:nvPicPr>
        <p:blipFill>
          <a:blip r:embed="rId3"/>
          <a:stretch>
            <a:fillRect/>
          </a:stretch>
        </p:blipFill>
        <p:spPr>
          <a:xfrm>
            <a:off x="533400" y="1447800"/>
            <a:ext cx="10896600" cy="4953000"/>
          </a:xfrm>
          <a:prstGeom prst="rect">
            <a:avLst/>
          </a:prstGeom>
        </p:spPr>
      </p:pic>
    </p:spTree>
    <p:extLst>
      <p:ext uri="{BB962C8B-B14F-4D97-AF65-F5344CB8AC3E}">
        <p14:creationId xmlns:p14="http://schemas.microsoft.com/office/powerpoint/2010/main" val="2121058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6786</TotalTime>
  <Words>1928</Words>
  <Application>Microsoft Macintosh PowerPoint</Application>
  <PresentationFormat>Widescreen</PresentationFormat>
  <Paragraphs>201</Paragraphs>
  <Slides>19</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MS PGothic</vt:lpstr>
      <vt:lpstr>Arial</vt:lpstr>
      <vt:lpstr>Calibri</vt:lpstr>
      <vt:lpstr>Times New Roman</vt:lpstr>
      <vt:lpstr>Wingdings</vt:lpstr>
      <vt:lpstr>Office Theme</vt:lpstr>
      <vt:lpstr>Packet Sniffing and Spoofing</vt:lpstr>
      <vt:lpstr>Review of Network Interface </vt:lpstr>
      <vt:lpstr>Packet Sniffer </vt:lpstr>
      <vt:lpstr>What can be Sniffed in the Promiscuous Mode </vt:lpstr>
      <vt:lpstr>Normal socket</vt:lpstr>
      <vt:lpstr>Limitations</vt:lpstr>
      <vt:lpstr>Raw Socket</vt:lpstr>
      <vt:lpstr>Using Scapy for sniff and spoof</vt:lpstr>
      <vt:lpstr>Construct Packet</vt:lpstr>
      <vt:lpstr>Display the packet content</vt:lpstr>
      <vt:lpstr>Packing Sniffing Using Scapy</vt:lpstr>
      <vt:lpstr>sniff() arguments </vt:lpstr>
      <vt:lpstr>Filter expression</vt:lpstr>
      <vt:lpstr> pkts=sniff(filter=“icmp”)</vt:lpstr>
      <vt:lpstr> pkt=sniff(filter=“icmp”)</vt:lpstr>
      <vt:lpstr>Send packet</vt:lpstr>
      <vt:lpstr>Spoofing ICMP  &amp; UDP Using Scapy</vt:lpstr>
      <vt:lpstr>Sniffing and Then Spoofing Using Scapy</vt:lpstr>
      <vt:lpstr>Alternative way to construct ICMP part.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Packet Sniffing and Spoofing</dc:title>
  <dc:creator>CRYPTO</dc:creator>
  <cp:lastModifiedBy>Lei Jiang</cp:lastModifiedBy>
  <cp:revision>468</cp:revision>
  <dcterms:created xsi:type="dcterms:W3CDTF">2020-03-15T19:57:55Z</dcterms:created>
  <dcterms:modified xsi:type="dcterms:W3CDTF">2026-05-27T13:41:24Z</dcterms:modified>
</cp:coreProperties>
</file>